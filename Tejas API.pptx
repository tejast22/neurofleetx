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4DF97-5953-CBA4-775B-B94DD377C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2C692-E11E-9ED9-5E49-681B237E6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0317A-CF0B-3A64-A3BC-2AF6D2DA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9B44A-0EE2-2EBA-6A81-00DF067FE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B36CE-C1A2-AFA0-7338-DAFB92C23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71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1383-98A6-D1FE-52D3-6EA511482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93654-2B58-8399-2C79-86EE32E95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E2454-E6A0-78E0-AAFE-32561FBB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4960F-3544-049B-0A0A-11CFF6619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BF567-6EA5-464D-D687-48D6BF70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65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CB324-AD5F-B753-69BF-E9313CC4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4F24E-5D38-7A28-DD4F-2DE3A3A6B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DAA3-633B-6213-A458-4F113F4C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073E8-B993-2694-A451-91EF68A3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E4D8C-2D34-A9BE-9127-F9E25275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84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6615-B229-416F-90F4-588F7272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9433B-C50C-0444-D83F-E05832807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DE305-89AC-E7AC-ECE7-B7DD86E05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0BAF7-8A98-FA5A-E57D-7790EF6B2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80EB5-0EB0-CABE-0CF5-502E99B25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BF61B-4731-60F8-6A11-001077E7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98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A58A4-808F-F755-B084-11BF9BC2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36856-24D6-B1B1-065C-CEFF46F06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BB797-CB2F-CC9A-F4BA-4D50EF090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2A91D-D1D9-1F6D-97AE-D7A0B3FE50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65940C-4FE7-6A18-90F8-B6E6C1E41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2EE6DB-F281-34C8-B3AA-A3E9E073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77D8B-B81E-4F9C-FC07-2C8B130E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3C881-6169-8F50-1AAF-4BE77881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6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4006-362A-3CD0-D158-B86E9F96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331AE-B824-4887-B2C8-71CB94378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D82B0A-69D2-8D68-29E7-499FB358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5739C-EC6D-2BFE-8FFB-1F4DC0E3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114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AA57D7-7E02-BB9C-BAC9-E3C4FF94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2FFE4-6775-9EA9-CE41-958C6CC8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21AD9-BFF0-FB8A-A508-C5A9417C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11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0BED-D7F4-BB48-EB66-FC66C4A7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C5B2B-2AB7-A43C-3010-B1AEA867C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86241-DE89-F886-87F5-AFBA5C3CD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20FEA-90F3-17EA-B902-59486758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39789-88F3-AEAB-E4D4-20D3BEE6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8F7C5-5C10-C69E-4519-8AF4E2F1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94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C9F8-A8F5-1686-2A84-967BDB87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61736-2035-F85A-10FE-F5680E3F4E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441BD-935F-9EAB-0C43-B31245548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1792F-039D-E340-DE3A-A4D4A252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EE290-370A-C0A4-84D8-B3A4B3EB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4ADBA-8C2F-5602-B310-C872CA9A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294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E62C-FBD4-7608-F89E-93DD86208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F8AF1-82F1-DE3D-32F4-DB53659FB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6BE4E-455C-09B5-8BAD-76D92D03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FC01B-DC6A-94E2-DFE2-37886EF62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25418-4099-08EC-4879-CE113837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1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681998-E9F5-D51B-80BF-EEF5B10360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1D2C3-D813-DBE0-AF23-6A3DA8B40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50A68-5DC2-FF28-680D-24329FA6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E5B6A-F5A6-A4E3-D0EA-475BF7CF9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6E64C-6F7E-1E26-43B9-90C60EDAE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17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89579-A566-60DE-9011-4B76563ED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653F7-F519-797F-F803-B47BDDDCA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98C6C-5C29-D728-7DCA-B8F7A8934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56897-02CB-4382-83EC-9F646E5F7924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4D4BA-F93C-E9EA-D859-D99D01DB9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2F12D-99FC-C204-0596-E84A2A490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C88DC-9C5C-45B0-A2A0-898EC53F8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57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D1BC-FED1-08B5-2988-DEFD69988A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 Delivery Route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AE482-36FC-2B2C-49E9-CB5482C101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API Developer Role</a:t>
            </a:r>
          </a:p>
          <a:p>
            <a:r>
              <a:rPr lang="en-US" dirty="0"/>
              <a:t> - Tejas Thakor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58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3F016-FD8F-F31D-F55F-D630B0B7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Role as API Developer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11255-1797-2C59-A3EB-D822BE6D3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Technical Responsibilities:-</a:t>
            </a:r>
          </a:p>
          <a:p>
            <a:r>
              <a:rPr lang="en-US" dirty="0"/>
              <a:t>Design and maintain RESTful endpoints for telemetry, routing, prediction, and alerts</a:t>
            </a:r>
          </a:p>
          <a:p>
            <a:r>
              <a:rPr lang="en-US" dirty="0"/>
              <a:t>Integrate external APIs (traffic, weather, events) into backend services</a:t>
            </a:r>
          </a:p>
          <a:p>
            <a:r>
              <a:rPr lang="en-US" dirty="0"/>
              <a:t>Implement secure authentication using JWT and OAuth2</a:t>
            </a:r>
          </a:p>
          <a:p>
            <a:r>
              <a:rPr lang="en-US" dirty="0"/>
              <a:t>Optimize API performance for low-latency route computation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23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8C9E8-49E8-547D-A795-B1A653597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C7B4E-FB41-55E9-0447-58B0E72D8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Content:</a:t>
            </a:r>
          </a:p>
          <a:p>
            <a:r>
              <a:rPr lang="en-IN" dirty="0"/>
              <a:t>Data ingestion → Prediction → Routing → Driver App</a:t>
            </a:r>
          </a:p>
          <a:p>
            <a:r>
              <a:rPr lang="en-IN" dirty="0"/>
              <a:t>APIs as the central hub</a:t>
            </a:r>
          </a:p>
          <a:p>
            <a:r>
              <a:rPr lang="en-IN" b="1" dirty="0" err="1"/>
              <a:t>Diagram:</a:t>
            </a:r>
            <a:r>
              <a:rPr lang="en-IN" dirty="0" err="1"/>
              <a:t>APIs</a:t>
            </a:r>
            <a:r>
              <a:rPr lang="en-IN" dirty="0"/>
              <a:t> connecting DB, ML, and App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FE081-81E2-9DFA-3685-06420A6B7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618" y="3730336"/>
            <a:ext cx="5773882" cy="312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4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21311-5859-3E42-AB06-B8F6C3FE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D0C3234-8A90-D895-8A74-1513E59AE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678129"/>
            <a:ext cx="78240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EFDE44-A5F3-8A8E-ED3F-A9A58CC84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8" y="1316900"/>
            <a:ext cx="7423355" cy="36385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FA722D-A9A1-2A77-5833-F96B71C01E97}"/>
              </a:ext>
            </a:extLst>
          </p:cNvPr>
          <p:cNvSpPr txBox="1"/>
          <p:nvPr/>
        </p:nvSpPr>
        <p:spPr>
          <a:xfrm>
            <a:off x="452283" y="5171768"/>
            <a:ext cx="11366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latin typeface="Arial" panose="020B0604020202020204" pitchFamily="34" charset="0"/>
              </a:rPr>
              <a:t>Driver logs in →GPS streams → API ingests → ML predicts → Route optimized →App displays Route</a:t>
            </a:r>
          </a:p>
        </p:txBody>
      </p:sp>
    </p:spTree>
    <p:extLst>
      <p:ext uri="{BB962C8B-B14F-4D97-AF65-F5344CB8AC3E}">
        <p14:creationId xmlns:p14="http://schemas.microsoft.com/office/powerpoint/2010/main" val="1813497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EC90-2EA2-F899-D1E8-5A04284B4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Impact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891CD-DE0A-C7D0-BBC7-F73F7FE67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APIs enable automation and reduce manual dispatching</a:t>
            </a:r>
          </a:p>
          <a:p>
            <a:r>
              <a:rPr lang="en-IN" dirty="0" err="1"/>
              <a:t>Telementry</a:t>
            </a:r>
            <a:r>
              <a:rPr lang="en-IN" dirty="0"/>
              <a:t> helps us adapt routes dynamically</a:t>
            </a:r>
          </a:p>
          <a:p>
            <a:r>
              <a:rPr lang="en-IN" dirty="0"/>
              <a:t>KPIs are:</a:t>
            </a:r>
          </a:p>
          <a:p>
            <a:pPr lvl="1"/>
            <a:r>
              <a:rPr lang="en-IN" dirty="0"/>
              <a:t>On-time Delivery Rate</a:t>
            </a:r>
          </a:p>
          <a:p>
            <a:pPr lvl="1"/>
            <a:r>
              <a:rPr lang="en-IN" dirty="0"/>
              <a:t>Efficient Fuel Consumption</a:t>
            </a:r>
          </a:p>
          <a:p>
            <a:pPr lvl="1"/>
            <a:r>
              <a:rPr lang="en-IN" dirty="0"/>
              <a:t>Alert Triggered</a:t>
            </a:r>
          </a:p>
          <a:p>
            <a:pPr lvl="1"/>
            <a:r>
              <a:rPr lang="en-IN" dirty="0"/>
              <a:t>Model Accuracy</a:t>
            </a:r>
          </a:p>
        </p:txBody>
      </p:sp>
    </p:spTree>
    <p:extLst>
      <p:ext uri="{BB962C8B-B14F-4D97-AF65-F5344CB8AC3E}">
        <p14:creationId xmlns:p14="http://schemas.microsoft.com/office/powerpoint/2010/main" val="334532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48F3-44DE-9C92-1A67-B9A68C47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47939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138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Smart Delivery Route</vt:lpstr>
      <vt:lpstr>My Role as API Developer</vt:lpstr>
      <vt:lpstr>Architecture Overview</vt:lpstr>
      <vt:lpstr>Example</vt:lpstr>
      <vt:lpstr>Impact and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Thakor</dc:creator>
  <cp:lastModifiedBy>Tejas Thakor</cp:lastModifiedBy>
  <cp:revision>3</cp:revision>
  <dcterms:created xsi:type="dcterms:W3CDTF">2025-12-02T09:05:48Z</dcterms:created>
  <dcterms:modified xsi:type="dcterms:W3CDTF">2025-12-02T10:02:15Z</dcterms:modified>
</cp:coreProperties>
</file>