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0" d="100"/>
          <a:sy n="90" d="100"/>
        </p:scale>
        <p:origin x="1234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396319" y="802299"/>
            <a:ext cx="5618515" cy="2541431"/>
          </a:xfrm>
        </p:spPr>
        <p:txBody>
          <a:bodyPr bIns="0"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396319" y="3531205"/>
            <a:ext cx="5618515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600" b="0" cap="all" baseline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96319" y="329308"/>
            <a:ext cx="3086292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4703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396319" y="3528542"/>
            <a:ext cx="5618515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53379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539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756130"/>
            <a:ext cx="5617002" cy="1887950"/>
          </a:xfrm>
        </p:spPr>
        <p:txBody>
          <a:bodyPr anchor="b">
            <a:normAutofit/>
          </a:bodyPr>
          <a:lstStyle>
            <a:lvl1pPr algn="l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2" y="3806196"/>
            <a:ext cx="5617002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43491" y="3804985"/>
            <a:ext cx="561700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36347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57134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0" y="2013936"/>
            <a:ext cx="3125871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89182" y="2013936"/>
            <a:ext cx="3125652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45681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Straight Connector 35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571344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3125766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3125766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89182" y="2023004"/>
            <a:ext cx="31256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89182" y="2821491"/>
            <a:ext cx="31256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8055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2" name="Straight Connector 31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5576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21239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828178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7369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1748" y="3205491"/>
            <a:ext cx="242327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6548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/>
          <p:cNvGrpSpPr/>
          <p:nvPr/>
        </p:nvGrpSpPr>
        <p:grpSpPr>
          <a:xfrm>
            <a:off x="4996501" y="482171"/>
            <a:ext cx="3511387" cy="5149101"/>
            <a:chOff x="6852919" y="583365"/>
            <a:chExt cx="4681849" cy="5181928"/>
          </a:xfrm>
        </p:grpSpPr>
        <p:sp>
          <p:nvSpPr>
            <p:cNvPr id="14" name="Rectangle 13"/>
            <p:cNvSpPr/>
            <p:nvPr/>
          </p:nvSpPr>
          <p:spPr>
            <a:xfrm>
              <a:off x="6852919" y="583365"/>
              <a:ext cx="4681849" cy="5181928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7273787" y="915806"/>
              <a:ext cx="3844017" cy="4507918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8" y="1129513"/>
            <a:ext cx="3244935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240286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252420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25155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1281" y="3143605"/>
            <a:ext cx="3242014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27633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3" name="Straight Connector 32"/>
          <p:cNvCxnSpPr/>
          <p:nvPr/>
        </p:nvCxnSpPr>
        <p:spPr>
          <a:xfrm>
            <a:off x="1443491" y="1847088"/>
            <a:ext cx="6571343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8019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18028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1" y="798974"/>
            <a:ext cx="5301095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6918028" y="798974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73196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015734"/>
            <a:ext cx="9144000" cy="4079520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500" t="1538" r="12500" b="-1538"/>
          <a:stretch/>
        </p:blipFill>
        <p:spPr>
          <a:xfrm>
            <a:off x="-1" y="6095253"/>
            <a:ext cx="9144001" cy="774727"/>
          </a:xfrm>
          <a:prstGeom prst="rect">
            <a:avLst/>
          </a:prstGeom>
        </p:spPr>
      </p:pic>
      <p:cxnSp>
        <p:nvCxnSpPr>
          <p:cNvPr id="13" name="Straight Connector 12"/>
          <p:cNvCxnSpPr/>
          <p:nvPr/>
        </p:nvCxnSpPr>
        <p:spPr>
          <a:xfrm>
            <a:off x="0" y="6101127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571343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57134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4654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403400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37628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6" r:id="rId1"/>
    <p:sldLayoutId id="2147483727" r:id="rId2"/>
    <p:sldLayoutId id="2147483728" r:id="rId3"/>
    <p:sldLayoutId id="2147483729" r:id="rId4"/>
    <p:sldLayoutId id="2147483730" r:id="rId5"/>
    <p:sldLayoutId id="2147483731" r:id="rId6"/>
    <p:sldLayoutId id="2147483732" r:id="rId7"/>
    <p:sldLayoutId id="2147483733" r:id="rId8"/>
    <p:sldLayoutId id="2147483734" r:id="rId9"/>
    <p:sldLayoutId id="2147483735" r:id="rId10"/>
    <p:sldLayoutId id="2147483736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ML System for Intelligent Delivery Route Optimization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Traffic Prediction • Route Optimization • Delay Alerts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the ML-Powered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Uses machine learning to suggest optimal delivery routes</a:t>
            </a:r>
          </a:p>
          <a:p>
            <a:r>
              <a:rPr dirty="0"/>
              <a:t>Predicts traffic congestion in advance</a:t>
            </a:r>
          </a:p>
          <a:p>
            <a:r>
              <a:rPr dirty="0"/>
              <a:t>Send real-time alerts to drivers about delays</a:t>
            </a:r>
          </a:p>
          <a:p>
            <a:r>
              <a:rPr dirty="0"/>
              <a:t>Learns continuously from historical and real-time data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7325" y="1227854"/>
            <a:ext cx="6571343" cy="1049235"/>
          </a:xfrm>
        </p:spPr>
        <p:txBody>
          <a:bodyPr/>
          <a:lstStyle/>
          <a:p>
            <a:r>
              <a:rPr dirty="0"/>
              <a:t>Project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Build an AI system that improves delivery efficiency</a:t>
            </a:r>
          </a:p>
          <a:p>
            <a:r>
              <a:t>Reduce delays through traffic predictions</a:t>
            </a:r>
          </a:p>
          <a:p>
            <a:r>
              <a:t>Provide dynamic route updates to drivers</a:t>
            </a:r>
          </a:p>
          <a:p>
            <a:r>
              <a:t>Increase fuel efficiency and customer satisfaction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261720"/>
            <a:ext cx="6571343" cy="1049235"/>
          </a:xfrm>
        </p:spPr>
        <p:txBody>
          <a:bodyPr/>
          <a:lstStyle/>
          <a:p>
            <a:r>
              <a:rPr dirty="0"/>
              <a:t>Data Pipeline </a:t>
            </a:r>
            <a:r>
              <a:rPr lang="en-IN" dirty="0"/>
              <a:t>- </a:t>
            </a:r>
            <a:r>
              <a:rPr dirty="0"/>
              <a:t>Core of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Collect real-time traffic API data</a:t>
            </a:r>
          </a:p>
          <a:p>
            <a:r>
              <a:t>Integrate GPS logs from delivery vehicles</a:t>
            </a:r>
          </a:p>
          <a:p>
            <a:r>
              <a:t>Include historical congestion and weather data</a:t>
            </a:r>
          </a:p>
          <a:p>
            <a:r>
              <a:t>Clean, normalize, and structure data for model training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Machine Learning Models </a:t>
            </a:r>
            <a:r>
              <a:rPr lang="en-IN" dirty="0"/>
              <a:t>TO BE </a:t>
            </a:r>
            <a:r>
              <a:rPr dirty="0"/>
              <a:t>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LSTM networks for time-series traffic forecasting</a:t>
            </a:r>
          </a:p>
          <a:p>
            <a:r>
              <a:rPr dirty="0"/>
              <a:t>Regression models for travel-time prediction</a:t>
            </a:r>
          </a:p>
          <a:p>
            <a:r>
              <a:rPr dirty="0"/>
              <a:t>Anomaly detection models for sudden traffic spikes</a:t>
            </a:r>
          </a:p>
          <a:p>
            <a:r>
              <a:rPr dirty="0"/>
              <a:t>Reinforcement learning for dynamic route optimization</a:t>
            </a:r>
            <a:endParaRPr lang="en-IN" dirty="0"/>
          </a:p>
          <a:p>
            <a:r>
              <a:rPr lang="en-IN" dirty="0"/>
              <a:t>Random Forest for congestion prediction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0392" y="1109320"/>
            <a:ext cx="6571343" cy="1049235"/>
          </a:xfrm>
        </p:spPr>
        <p:txBody>
          <a:bodyPr/>
          <a:lstStyle/>
          <a:p>
            <a:r>
              <a:rPr dirty="0"/>
              <a:t>How ML </a:t>
            </a:r>
            <a:r>
              <a:rPr lang="en-IN" dirty="0"/>
              <a:t>Will </a:t>
            </a:r>
            <a:r>
              <a:rPr dirty="0"/>
              <a:t>Predict Traffic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Process historical + live speed data</a:t>
            </a:r>
          </a:p>
          <a:p>
            <a:r>
              <a:rPr dirty="0"/>
              <a:t>Detect rush-hour patterns and repeated jams</a:t>
            </a:r>
          </a:p>
          <a:p>
            <a:r>
              <a:rPr dirty="0"/>
              <a:t>Predict upcoming congestion windows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Route Optimization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ML</a:t>
            </a:r>
            <a:r>
              <a:rPr lang="en-IN" dirty="0"/>
              <a:t> can</a:t>
            </a:r>
            <a:r>
              <a:rPr dirty="0"/>
              <a:t> predict travel times for all possible routes</a:t>
            </a:r>
          </a:p>
          <a:p>
            <a:r>
              <a:rPr dirty="0"/>
              <a:t>Ranks routes by efficiency, distance, and risks</a:t>
            </a:r>
          </a:p>
          <a:p>
            <a:r>
              <a:rPr dirty="0"/>
              <a:t>Continuously evaluates new data during the trip</a:t>
            </a:r>
          </a:p>
          <a:p>
            <a:r>
              <a:rPr dirty="0"/>
              <a:t>Switches driver to a faster route when needed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177054"/>
            <a:ext cx="6571343" cy="1049235"/>
          </a:xfrm>
        </p:spPr>
        <p:txBody>
          <a:bodyPr/>
          <a:lstStyle/>
          <a:p>
            <a:r>
              <a:rPr dirty="0"/>
              <a:t>Delay Alert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Anomaly detection identifies unusual slowdowns</a:t>
            </a:r>
          </a:p>
          <a:p>
            <a:r>
              <a:rPr dirty="0"/>
              <a:t>System checks if predicted travel time exceeds threshold</a:t>
            </a:r>
          </a:p>
          <a:p>
            <a:r>
              <a:rPr dirty="0"/>
              <a:t>Driver receives instant push notification</a:t>
            </a:r>
          </a:p>
          <a:p>
            <a:r>
              <a:rPr dirty="0"/>
              <a:t>Suggestions include alternate routes with ETA improvements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202453"/>
            <a:ext cx="6571343" cy="1049235"/>
          </a:xfrm>
        </p:spPr>
        <p:txBody>
          <a:bodyPr/>
          <a:lstStyle/>
          <a:p>
            <a:r>
              <a:rPr dirty="0"/>
              <a:t>Advantages of the ML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Faster deliveries and improved accuracy</a:t>
            </a:r>
          </a:p>
          <a:p>
            <a:r>
              <a:t>Lower fuel consumption and operational cost</a:t>
            </a:r>
          </a:p>
          <a:p>
            <a:r>
              <a:t>Better customer experience</a:t>
            </a:r>
          </a:p>
          <a:p>
            <a:r>
              <a:t>Efficient fleet management via predictive analytics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1261404"/>
            <a:ext cx="6571343" cy="1049235"/>
          </a:xfrm>
        </p:spPr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Machine Learning enables smart and adaptive route planning</a:t>
            </a:r>
          </a:p>
          <a:p>
            <a:r>
              <a:t>Predictive traffic modeling prevents unexpected delays</a:t>
            </a:r>
          </a:p>
          <a:p>
            <a:r>
              <a:t>System grows smarter over time through continuous learning</a:t>
            </a:r>
          </a:p>
          <a:p>
            <a:r>
              <a:t>Supports scalable logistics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12</TotalTime>
  <Words>280</Words>
  <Application>Microsoft Office PowerPoint</Application>
  <PresentationFormat>On-screen Show (4:3)</PresentationFormat>
  <Paragraphs>56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Gill Sans MT</vt:lpstr>
      <vt:lpstr>Gallery</vt:lpstr>
      <vt:lpstr>ML System for Intelligent Delivery Route Optimization</vt:lpstr>
      <vt:lpstr>Overview of the ML-Powered System</vt:lpstr>
      <vt:lpstr>Project Goal</vt:lpstr>
      <vt:lpstr>Data Pipeline - Core of ML</vt:lpstr>
      <vt:lpstr>Machine Learning Models TO BE Used</vt:lpstr>
      <vt:lpstr>How ML Will Predict Traffic</vt:lpstr>
      <vt:lpstr>Dynamic Route Optimization Process</vt:lpstr>
      <vt:lpstr>Delay Alert System</vt:lpstr>
      <vt:lpstr>Advantages of the ML System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Akshataaa!!</dc:creator>
  <cp:keywords/>
  <dc:description>generated using python-pptx</dc:description>
  <cp:lastModifiedBy>Akshata Laddha</cp:lastModifiedBy>
  <cp:revision>12</cp:revision>
  <dcterms:created xsi:type="dcterms:W3CDTF">2013-01-27T09:14:16Z</dcterms:created>
  <dcterms:modified xsi:type="dcterms:W3CDTF">2025-12-01T14:15:36Z</dcterms:modified>
  <cp:category/>
</cp:coreProperties>
</file>