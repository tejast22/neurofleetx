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39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9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6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6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29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95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7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59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76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586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3317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349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392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308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93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14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C3688-6AA8-433D-8245-907F67E35D09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2F3697-7247-40B6-AC80-BCBB80B65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13B0-AA73-1F75-9BE4-DC0E8BB69F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SmartDeliveryRoute Backend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D44B3-347E-084A-E190-04434561A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Role: Backend &amp; API Developer</a:t>
            </a:r>
          </a:p>
          <a:p>
            <a:r>
              <a:rPr lang="en-US"/>
              <a:t>Presenter: Tejas Thakor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466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8E85-FDCD-B2B8-E610-1A895728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Problem &amp; My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E90A0-001F-2B8C-6FB5-22006916A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Problem: Traditional logistics suffer from lack of visibility and manual dispatching errors.</a:t>
            </a:r>
          </a:p>
          <a:p>
            <a:r>
              <a:rPr lang="en-US"/>
              <a:t>My Solution: A centralized REST API architecture that connects Drivers and Admins in real-time.</a:t>
            </a:r>
          </a:p>
          <a:p>
            <a:r>
              <a:rPr lang="en-US"/>
              <a:t>Core Contribution: Built the 'Nervous System' of the app using Spring Boot.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265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2A34-3612-C16B-6AC2-0A8BD8CF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Technical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D5ECC-8E10-12AD-E77A-751CDF56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Framework: Java Spring Boot (MVC, Dependency Injection).</a:t>
            </a:r>
          </a:p>
          <a:p>
            <a:r>
              <a:rPr lang="en-IN"/>
              <a:t>Database: MongoDB (NoSQL for high-speed writes).</a:t>
            </a:r>
          </a:p>
          <a:p>
            <a:r>
              <a:rPr lang="en-IN"/>
              <a:t>Tools: Maven (Build), Postman (API Testing).</a:t>
            </a:r>
          </a:p>
        </p:txBody>
      </p:sp>
    </p:spTree>
    <p:extLst>
      <p:ext uri="{BB962C8B-B14F-4D97-AF65-F5344CB8AC3E}">
        <p14:creationId xmlns:p14="http://schemas.microsoft.com/office/powerpoint/2010/main" val="154152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668A-9EA7-1E74-C201-A1DA087E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Backend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632E-2651-AC93-83EE-C5E3138F8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Pattern: Controller-Service-Repository.</a:t>
            </a:r>
          </a:p>
          <a:p>
            <a:r>
              <a:rPr lang="en-IN" dirty="0"/>
              <a:t>Data Flow:</a:t>
            </a:r>
          </a:p>
          <a:p>
            <a:r>
              <a:rPr lang="en-IN" dirty="0"/>
              <a:t>	- Client sends HTTP Request.</a:t>
            </a:r>
          </a:p>
          <a:p>
            <a:r>
              <a:rPr lang="en-IN" dirty="0"/>
              <a:t>	- Controller routes to Service.</a:t>
            </a:r>
          </a:p>
          <a:p>
            <a:r>
              <a:rPr lang="en-IN" dirty="0"/>
              <a:t>	- Repository talks to MongoDB.</a:t>
            </a:r>
          </a:p>
          <a:p>
            <a:r>
              <a:rPr lang="en-IN" dirty="0"/>
              <a:t>	- JSON response returned.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DF8C7-A2A5-7709-D7B6-5B79A16D1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910" y="1823167"/>
            <a:ext cx="4288093" cy="373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7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DF64-432E-B778-9BE0-4E08773E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Database Schema (MongoDB)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C40A3-EDE8-CF9D-C5B6-3F082FE4E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Designed a schema optimized for</a:t>
            </a:r>
          </a:p>
          <a:p>
            <a:pPr marL="0" indent="0">
              <a:buNone/>
            </a:pPr>
            <a:r>
              <a:rPr lang="en-IN" dirty="0"/>
              <a:t>   real-time updates.</a:t>
            </a:r>
          </a:p>
          <a:p>
            <a:r>
              <a:rPr lang="en-IN" dirty="0"/>
              <a:t>Drivers Collection: Holds status,</a:t>
            </a:r>
          </a:p>
          <a:p>
            <a:pPr marL="0" indent="0">
              <a:buNone/>
            </a:pPr>
            <a:r>
              <a:rPr lang="en-IN" dirty="0"/>
              <a:t>   vehicle, and vital 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currentLat</a:t>
            </a:r>
            <a:r>
              <a:rPr lang="en-IN" dirty="0"/>
              <a:t>/</a:t>
            </a:r>
            <a:r>
              <a:rPr lang="en-IN" dirty="0" err="1"/>
              <a:t>Lng</a:t>
            </a:r>
            <a:r>
              <a:rPr lang="en-IN" dirty="0"/>
              <a:t> fields.</a:t>
            </a:r>
          </a:p>
          <a:p>
            <a:r>
              <a:rPr lang="en-IN" dirty="0"/>
              <a:t>Orders Collection: Tracks</a:t>
            </a:r>
          </a:p>
          <a:p>
            <a:r>
              <a:rPr lang="en-IN" dirty="0"/>
              <a:t> Customer, Price, and Status.</a:t>
            </a:r>
          </a:p>
          <a:p>
            <a:r>
              <a:rPr lang="en-IN" dirty="0"/>
              <a:t>Flexible schema allows easy updates to driver telemetry.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AF5E3-3E45-8C16-394A-6CA16EA0C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87" y="1825625"/>
            <a:ext cx="5791200" cy="275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7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4056-75A0-D8D0-FD0C-13B4864C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'Live Tracking'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061AD-FF60-57A8-FEB6-9DB96FF0A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is the most complex backend logic.</a:t>
            </a:r>
          </a:p>
          <a:p>
            <a:r>
              <a:rPr lang="en-US"/>
              <a:t>Mechanism: Polling Architecture (5-second intervals).</a:t>
            </a:r>
          </a:p>
          <a:p>
            <a:r>
              <a:rPr lang="en-US"/>
              <a:t>Step 1: Driver hits /update-location (POST).</a:t>
            </a:r>
          </a:p>
          <a:p>
            <a:r>
              <a:rPr lang="en-US"/>
              <a:t>Step 2: Backend overwrites coordinates in DB.</a:t>
            </a:r>
          </a:p>
          <a:p>
            <a:r>
              <a:rPr lang="en-US"/>
              <a:t>Step 3: Admin hits /driver-location (GET).</a:t>
            </a:r>
          </a:p>
          <a:p>
            <a:r>
              <a:rPr lang="en-US"/>
              <a:t>Result: Admin map updates instantly without page refresh.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030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2501-F795-2468-E6BE-785A88FF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BD7738-6BDF-A9C7-2699-AC1FB2D2B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0" y="275302"/>
            <a:ext cx="10756491" cy="6135329"/>
          </a:xfrm>
        </p:spPr>
      </p:pic>
    </p:spTree>
    <p:extLst>
      <p:ext uri="{BB962C8B-B14F-4D97-AF65-F5344CB8AC3E}">
        <p14:creationId xmlns:p14="http://schemas.microsoft.com/office/powerpoint/2010/main" val="3067995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269A-EC23-F928-E54C-85CE39A5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API Endpoints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340CD-0443-1077-C6C9-EBBC9D721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/drivers/create – Onboard</a:t>
            </a:r>
          </a:p>
          <a:p>
            <a:pPr marL="0" indent="0">
              <a:buNone/>
            </a:pPr>
            <a:r>
              <a:rPr lang="en-US" dirty="0"/>
              <a:t>   new fleet members.</a:t>
            </a:r>
          </a:p>
          <a:p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/orders/create – Generate</a:t>
            </a:r>
          </a:p>
          <a:p>
            <a:pPr marL="0" indent="0">
              <a:buNone/>
            </a:pPr>
            <a:r>
              <a:rPr lang="en-US" dirty="0"/>
              <a:t>   delivery missions.</a:t>
            </a:r>
          </a:p>
          <a:p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/assign - Link an Order to</a:t>
            </a:r>
          </a:p>
          <a:p>
            <a:pPr marL="0" indent="0">
              <a:buNone/>
            </a:pPr>
            <a:r>
              <a:rPr lang="en-US" dirty="0"/>
              <a:t>   a Driver.</a:t>
            </a:r>
          </a:p>
          <a:p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/admin/stats – Calculate</a:t>
            </a:r>
          </a:p>
          <a:p>
            <a:pPr marL="0" indent="0">
              <a:buNone/>
            </a:pPr>
            <a:r>
              <a:rPr lang="en-US" dirty="0"/>
              <a:t>  daily revenue and active drivers.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9A23A-D6FB-4CB8-5901-F0EC2177F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68" y="1930400"/>
            <a:ext cx="4699819" cy="336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7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D167-667C-DEC9-B245-1D241697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Analytics &amp;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F7597-1891-3AF4-AC47-B1BC987E8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Implemented Business Logic to filter data.</a:t>
            </a:r>
          </a:p>
          <a:p>
            <a:r>
              <a:rPr lang="en-US"/>
              <a:t>Date Filtering: Backend specifically filters Delivered orders by LocalDate.now() to show accurate 'Today Stats'.</a:t>
            </a:r>
          </a:p>
          <a:p>
            <a:r>
              <a:rPr lang="en-US"/>
              <a:t>Status Logic: Enforced state transitions (Order cannot be 'Delivered' before it is 'Picked Up').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40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6422-7C3A-1C96-65DD-E0E4539A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01B8D-A111-4012-226F-9DFD61583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architected a scalable backend handling real-time data.</a:t>
            </a:r>
          </a:p>
          <a:p>
            <a:r>
              <a:rPr lang="en-US" dirty="0"/>
              <a:t>Enabled seamless synchronization between Admin and Driver apps.</a:t>
            </a:r>
          </a:p>
          <a:p>
            <a:r>
              <a:rPr lang="en-US" dirty="0"/>
              <a:t>Future Scope: Move from Polling to </a:t>
            </a:r>
            <a:r>
              <a:rPr lang="en-US" dirty="0" err="1"/>
              <a:t>WebSockets</a:t>
            </a:r>
            <a:r>
              <a:rPr lang="en-US" dirty="0"/>
              <a:t> for sub-second updates.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5245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381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SmartDeliveryRoute Backend</vt:lpstr>
      <vt:lpstr>The Problem &amp; My Solution</vt:lpstr>
      <vt:lpstr>Technical Stack</vt:lpstr>
      <vt:lpstr>Backend Architecture</vt:lpstr>
      <vt:lpstr>Database Schema (MongoDB)</vt:lpstr>
      <vt:lpstr>The 'Live Tracking' Engine</vt:lpstr>
      <vt:lpstr>PowerPoint Presentation</vt:lpstr>
      <vt:lpstr>API Endpoints Developed</vt:lpstr>
      <vt:lpstr>Analytics &amp; Logic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Thakor</dc:creator>
  <cp:lastModifiedBy>Tejas Thakor</cp:lastModifiedBy>
  <cp:revision>5</cp:revision>
  <dcterms:created xsi:type="dcterms:W3CDTF">2026-01-04T14:03:31Z</dcterms:created>
  <dcterms:modified xsi:type="dcterms:W3CDTF">2026-01-04T14:41:44Z</dcterms:modified>
</cp:coreProperties>
</file>