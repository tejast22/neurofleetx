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6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Inter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8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DDDC4B-6147-494F-9B85-26326EF29430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5F034772-F326-451E-9B20-69B15BEC4BC3}">
      <dgm:prSet phldrT="[Text]" custT="1"/>
      <dgm:spPr/>
      <dgm:t>
        <a:bodyPr/>
        <a:lstStyle/>
        <a:p>
          <a:endParaRPr lang="en-US" altLang="en-US" sz="1800" dirty="0" smtClean="0">
            <a:latin typeface="Arial" panose="020B0604020202020204" pitchFamily="34" charset="0"/>
          </a:endParaRPr>
        </a:p>
        <a:p>
          <a:endParaRPr lang="en-US" altLang="en-US" sz="1800" dirty="0" smtClean="0">
            <a:latin typeface="Arial" panose="020B0604020202020204" pitchFamily="34" charset="0"/>
          </a:endParaRPr>
        </a:p>
        <a:p>
          <a:r>
            <a:rPr lang="en-US" altLang="en-US" sz="1800" dirty="0" smtClean="0">
              <a:latin typeface="Arial" panose="020B0604020202020204" pitchFamily="34" charset="0"/>
            </a:rPr>
            <a:t>Role selection</a:t>
          </a:r>
        </a:p>
        <a:p>
          <a:r>
            <a:rPr lang="en-US" altLang="en-US" sz="1800" dirty="0" smtClean="0">
              <a:latin typeface="Arial" panose="020B0604020202020204" pitchFamily="34" charset="0"/>
            </a:rPr>
            <a:t> (Admin / Driver)</a:t>
          </a:r>
          <a:endParaRPr lang="en-IN" sz="1800" dirty="0"/>
        </a:p>
      </dgm:t>
    </dgm:pt>
    <dgm:pt modelId="{86EA425B-6620-4367-A57B-BC96FF75BBB5}" type="parTrans" cxnId="{266298A8-F746-430F-B8F7-B1B2E776B48E}">
      <dgm:prSet/>
      <dgm:spPr/>
      <dgm:t>
        <a:bodyPr/>
        <a:lstStyle/>
        <a:p>
          <a:endParaRPr lang="en-IN"/>
        </a:p>
      </dgm:t>
    </dgm:pt>
    <dgm:pt modelId="{F43E3734-332A-4BB6-B0BD-72D4CA5B42BA}" type="sibTrans" cxnId="{266298A8-F746-430F-B8F7-B1B2E776B48E}">
      <dgm:prSet/>
      <dgm:spPr/>
      <dgm:t>
        <a:bodyPr/>
        <a:lstStyle/>
        <a:p>
          <a:endParaRPr lang="en-IN"/>
        </a:p>
      </dgm:t>
    </dgm:pt>
    <dgm:pt modelId="{9CA4BDA0-9CAA-4F7A-BC33-1399EB96B5C0}">
      <dgm:prSet phldrT="[Text]" custT="1"/>
      <dgm:spPr/>
      <dgm:t>
        <a:bodyPr/>
        <a:lstStyle/>
        <a:p>
          <a:r>
            <a:rPr lang="en-US" altLang="en-US" sz="2800" dirty="0" smtClean="0">
              <a:latin typeface="Arial" panose="020B0604020202020204" pitchFamily="34" charset="0"/>
            </a:rPr>
            <a:t>Email and password registration</a:t>
          </a:r>
          <a:endParaRPr lang="en-IN" sz="2800" dirty="0"/>
        </a:p>
      </dgm:t>
    </dgm:pt>
    <dgm:pt modelId="{57F7222D-C422-43D2-8332-BFA9904AA146}" type="parTrans" cxnId="{C5CDD23F-F9A7-400E-8621-CD7A43FDE854}">
      <dgm:prSet/>
      <dgm:spPr/>
      <dgm:t>
        <a:bodyPr/>
        <a:lstStyle/>
        <a:p>
          <a:endParaRPr lang="en-IN"/>
        </a:p>
      </dgm:t>
    </dgm:pt>
    <dgm:pt modelId="{92CB5660-D724-4378-868F-B02733416F59}" type="sibTrans" cxnId="{C5CDD23F-F9A7-400E-8621-CD7A43FDE854}">
      <dgm:prSet/>
      <dgm:spPr/>
      <dgm:t>
        <a:bodyPr/>
        <a:lstStyle/>
        <a:p>
          <a:endParaRPr lang="en-IN"/>
        </a:p>
      </dgm:t>
    </dgm:pt>
    <dgm:pt modelId="{4F9170ED-52F1-40DD-8A5C-21955BD46655}">
      <dgm:prSet phldrT="[Text]" custT="1"/>
      <dgm:spPr/>
      <dgm:t>
        <a:bodyPr/>
        <a:lstStyle/>
        <a:p>
          <a:r>
            <a:rPr lang="en-US" altLang="en-US" sz="3200" dirty="0" smtClean="0">
              <a:latin typeface="Arial" panose="020B0604020202020204" pitchFamily="34" charset="0"/>
            </a:rPr>
            <a:t>Driver-specific data (vehicle type)</a:t>
          </a:r>
          <a:endParaRPr lang="en-IN" sz="3200" dirty="0"/>
        </a:p>
      </dgm:t>
    </dgm:pt>
    <dgm:pt modelId="{DE6F331B-EFDC-4127-9220-C4A4B60EF3AF}" type="parTrans" cxnId="{A3DE53E5-CD7B-49B4-B555-CFD4062D067F}">
      <dgm:prSet/>
      <dgm:spPr/>
      <dgm:t>
        <a:bodyPr/>
        <a:lstStyle/>
        <a:p>
          <a:endParaRPr lang="en-IN"/>
        </a:p>
      </dgm:t>
    </dgm:pt>
    <dgm:pt modelId="{53F71091-F060-41AB-ABC9-CC4E92243113}" type="sibTrans" cxnId="{A3DE53E5-CD7B-49B4-B555-CFD4062D067F}">
      <dgm:prSet/>
      <dgm:spPr/>
      <dgm:t>
        <a:bodyPr/>
        <a:lstStyle/>
        <a:p>
          <a:endParaRPr lang="en-IN"/>
        </a:p>
      </dgm:t>
    </dgm:pt>
    <dgm:pt modelId="{14973E56-F6BE-4AF1-AA3D-EAFF6F105206}" type="pres">
      <dgm:prSet presAssocID="{2FDDDC4B-6147-494F-9B85-26326EF29430}" presName="Name0" presStyleCnt="0">
        <dgm:presLayoutVars>
          <dgm:dir/>
          <dgm:animLvl val="lvl"/>
          <dgm:resizeHandles val="exact"/>
        </dgm:presLayoutVars>
      </dgm:prSet>
      <dgm:spPr/>
    </dgm:pt>
    <dgm:pt modelId="{9B474A57-7E4F-4CE9-AF1F-A66DBA53F7A1}" type="pres">
      <dgm:prSet presAssocID="{5F034772-F326-451E-9B20-69B15BEC4BC3}" presName="Name8" presStyleCnt="0"/>
      <dgm:spPr/>
    </dgm:pt>
    <dgm:pt modelId="{62279046-DF61-43F8-AC6B-409203E71FFD}" type="pres">
      <dgm:prSet presAssocID="{5F034772-F326-451E-9B20-69B15BEC4BC3}" presName="level" presStyleLbl="node1" presStyleIdx="0" presStyleCnt="3" custScaleX="100215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4E0CD24-2A11-47C3-8623-8F43F8875296}" type="pres">
      <dgm:prSet presAssocID="{5F034772-F326-451E-9B20-69B15BEC4BC3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EF86C50-985E-4EDF-AB7A-C84D92EA5E2A}" type="pres">
      <dgm:prSet presAssocID="{9CA4BDA0-9CAA-4F7A-BC33-1399EB96B5C0}" presName="Name8" presStyleCnt="0"/>
      <dgm:spPr/>
    </dgm:pt>
    <dgm:pt modelId="{7220DE4C-761C-474C-AABB-8CEA2FB7BAF6}" type="pres">
      <dgm:prSet presAssocID="{9CA4BDA0-9CAA-4F7A-BC33-1399EB96B5C0}" presName="level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D230A38-4A5F-4DDD-9F58-15BF06B91CBA}" type="pres">
      <dgm:prSet presAssocID="{9CA4BDA0-9CAA-4F7A-BC33-1399EB96B5C0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158C1C6-0B20-42DA-BBB0-B3B1BDA87C74}" type="pres">
      <dgm:prSet presAssocID="{4F9170ED-52F1-40DD-8A5C-21955BD46655}" presName="Name8" presStyleCnt="0"/>
      <dgm:spPr/>
    </dgm:pt>
    <dgm:pt modelId="{8BB35F7F-374E-493B-9431-19634E38579F}" type="pres">
      <dgm:prSet presAssocID="{4F9170ED-52F1-40DD-8A5C-21955BD46655}" presName="level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87794F0-5D8A-4590-B17F-9FDAD11BA33C}" type="pres">
      <dgm:prSet presAssocID="{4F9170ED-52F1-40DD-8A5C-21955BD46655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C5CDD23F-F9A7-400E-8621-CD7A43FDE854}" srcId="{2FDDDC4B-6147-494F-9B85-26326EF29430}" destId="{9CA4BDA0-9CAA-4F7A-BC33-1399EB96B5C0}" srcOrd="1" destOrd="0" parTransId="{57F7222D-C422-43D2-8332-BFA9904AA146}" sibTransId="{92CB5660-D724-4378-868F-B02733416F59}"/>
    <dgm:cxn modelId="{30BAA0E6-580F-46FC-95B2-7682C032B9F8}" type="presOf" srcId="{5F034772-F326-451E-9B20-69B15BEC4BC3}" destId="{04E0CD24-2A11-47C3-8623-8F43F8875296}" srcOrd="1" destOrd="0" presId="urn:microsoft.com/office/officeart/2005/8/layout/pyramid1"/>
    <dgm:cxn modelId="{77882ACC-B90B-41D0-8030-4C72AFC8F1BF}" type="presOf" srcId="{9CA4BDA0-9CAA-4F7A-BC33-1399EB96B5C0}" destId="{7220DE4C-761C-474C-AABB-8CEA2FB7BAF6}" srcOrd="0" destOrd="0" presId="urn:microsoft.com/office/officeart/2005/8/layout/pyramid1"/>
    <dgm:cxn modelId="{0471E055-8451-4439-8055-8EB99C0CF3D6}" type="presOf" srcId="{5F034772-F326-451E-9B20-69B15BEC4BC3}" destId="{62279046-DF61-43F8-AC6B-409203E71FFD}" srcOrd="0" destOrd="0" presId="urn:microsoft.com/office/officeart/2005/8/layout/pyramid1"/>
    <dgm:cxn modelId="{82FF17D6-2775-436B-ACF5-9ABBDD0A0327}" type="presOf" srcId="{9CA4BDA0-9CAA-4F7A-BC33-1399EB96B5C0}" destId="{FD230A38-4A5F-4DDD-9F58-15BF06B91CBA}" srcOrd="1" destOrd="0" presId="urn:microsoft.com/office/officeart/2005/8/layout/pyramid1"/>
    <dgm:cxn modelId="{C247A9F9-4BF4-4B44-9FD7-757307A8286C}" type="presOf" srcId="{4F9170ED-52F1-40DD-8A5C-21955BD46655}" destId="{B87794F0-5D8A-4590-B17F-9FDAD11BA33C}" srcOrd="1" destOrd="0" presId="urn:microsoft.com/office/officeart/2005/8/layout/pyramid1"/>
    <dgm:cxn modelId="{C836539A-3028-42F0-B114-57AB817E98B8}" type="presOf" srcId="{4F9170ED-52F1-40DD-8A5C-21955BD46655}" destId="{8BB35F7F-374E-493B-9431-19634E38579F}" srcOrd="0" destOrd="0" presId="urn:microsoft.com/office/officeart/2005/8/layout/pyramid1"/>
    <dgm:cxn modelId="{340531B0-F070-4069-9F3D-FF3CFC58549A}" type="presOf" srcId="{2FDDDC4B-6147-494F-9B85-26326EF29430}" destId="{14973E56-F6BE-4AF1-AA3D-EAFF6F105206}" srcOrd="0" destOrd="0" presId="urn:microsoft.com/office/officeart/2005/8/layout/pyramid1"/>
    <dgm:cxn modelId="{A3DE53E5-CD7B-49B4-B555-CFD4062D067F}" srcId="{2FDDDC4B-6147-494F-9B85-26326EF29430}" destId="{4F9170ED-52F1-40DD-8A5C-21955BD46655}" srcOrd="2" destOrd="0" parTransId="{DE6F331B-EFDC-4127-9220-C4A4B60EF3AF}" sibTransId="{53F71091-F060-41AB-ABC9-CC4E92243113}"/>
    <dgm:cxn modelId="{266298A8-F746-430F-B8F7-B1B2E776B48E}" srcId="{2FDDDC4B-6147-494F-9B85-26326EF29430}" destId="{5F034772-F326-451E-9B20-69B15BEC4BC3}" srcOrd="0" destOrd="0" parTransId="{86EA425B-6620-4367-A57B-BC96FF75BBB5}" sibTransId="{F43E3734-332A-4BB6-B0BD-72D4CA5B42BA}"/>
    <dgm:cxn modelId="{62FF70AD-2DB1-4179-8C0C-61263AEE9C0C}" type="presParOf" srcId="{14973E56-F6BE-4AF1-AA3D-EAFF6F105206}" destId="{9B474A57-7E4F-4CE9-AF1F-A66DBA53F7A1}" srcOrd="0" destOrd="0" presId="urn:microsoft.com/office/officeart/2005/8/layout/pyramid1"/>
    <dgm:cxn modelId="{6DE7B3CC-221A-4124-89E9-85A4EB85A4FA}" type="presParOf" srcId="{9B474A57-7E4F-4CE9-AF1F-A66DBA53F7A1}" destId="{62279046-DF61-43F8-AC6B-409203E71FFD}" srcOrd="0" destOrd="0" presId="urn:microsoft.com/office/officeart/2005/8/layout/pyramid1"/>
    <dgm:cxn modelId="{547492FB-5705-4BAE-8C57-B8F9FD9784AA}" type="presParOf" srcId="{9B474A57-7E4F-4CE9-AF1F-A66DBA53F7A1}" destId="{04E0CD24-2A11-47C3-8623-8F43F8875296}" srcOrd="1" destOrd="0" presId="urn:microsoft.com/office/officeart/2005/8/layout/pyramid1"/>
    <dgm:cxn modelId="{95864D5E-D394-4722-919E-0A8AE4419F65}" type="presParOf" srcId="{14973E56-F6BE-4AF1-AA3D-EAFF6F105206}" destId="{6EF86C50-985E-4EDF-AB7A-C84D92EA5E2A}" srcOrd="1" destOrd="0" presId="urn:microsoft.com/office/officeart/2005/8/layout/pyramid1"/>
    <dgm:cxn modelId="{3FBBA266-D3EC-4899-8ACE-C00A301A0A7E}" type="presParOf" srcId="{6EF86C50-985E-4EDF-AB7A-C84D92EA5E2A}" destId="{7220DE4C-761C-474C-AABB-8CEA2FB7BAF6}" srcOrd="0" destOrd="0" presId="urn:microsoft.com/office/officeart/2005/8/layout/pyramid1"/>
    <dgm:cxn modelId="{198BF28C-AF82-45E5-8663-C27A161FE33B}" type="presParOf" srcId="{6EF86C50-985E-4EDF-AB7A-C84D92EA5E2A}" destId="{FD230A38-4A5F-4DDD-9F58-15BF06B91CBA}" srcOrd="1" destOrd="0" presId="urn:microsoft.com/office/officeart/2005/8/layout/pyramid1"/>
    <dgm:cxn modelId="{03DD94EE-B1CF-4BF0-81E4-85BE107E1FBA}" type="presParOf" srcId="{14973E56-F6BE-4AF1-AA3D-EAFF6F105206}" destId="{6158C1C6-0B20-42DA-BBB0-B3B1BDA87C74}" srcOrd="2" destOrd="0" presId="urn:microsoft.com/office/officeart/2005/8/layout/pyramid1"/>
    <dgm:cxn modelId="{3DF5CE88-282E-4ED0-ACA7-63D6128449F6}" type="presParOf" srcId="{6158C1C6-0B20-42DA-BBB0-B3B1BDA87C74}" destId="{8BB35F7F-374E-493B-9431-19634E38579F}" srcOrd="0" destOrd="0" presId="urn:microsoft.com/office/officeart/2005/8/layout/pyramid1"/>
    <dgm:cxn modelId="{CC259E06-BDA7-4402-B2DB-4C504C9C5628}" type="presParOf" srcId="{6158C1C6-0B20-42DA-BBB0-B3B1BDA87C74}" destId="{B87794F0-5D8A-4590-B17F-9FDAD11BA33C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79046-DF61-43F8-AC6B-409203E71FFD}">
      <dsp:nvSpPr>
        <dsp:cNvPr id="0" name=""/>
        <dsp:cNvSpPr/>
      </dsp:nvSpPr>
      <dsp:spPr>
        <a:xfrm>
          <a:off x="3247704" y="0"/>
          <a:ext cx="3258190" cy="2167466"/>
        </a:xfrm>
        <a:prstGeom prst="trapezoid">
          <a:avLst>
            <a:gd name="adj" fmla="val 7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en-US" sz="1800" kern="1200" dirty="0" smtClean="0">
            <a:latin typeface="Arial" panose="020B0604020202020204" pitchFamily="34" charset="0"/>
          </a:endParaRP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en-US" sz="1800" kern="1200" dirty="0" smtClean="0">
            <a:latin typeface="Arial" panose="020B0604020202020204" pitchFamily="34" charset="0"/>
          </a:endParaRP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 kern="1200" dirty="0" smtClean="0">
              <a:latin typeface="Arial" panose="020B0604020202020204" pitchFamily="34" charset="0"/>
            </a:rPr>
            <a:t>Role selection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 kern="1200" dirty="0" smtClean="0">
              <a:latin typeface="Arial" panose="020B0604020202020204" pitchFamily="34" charset="0"/>
            </a:rPr>
            <a:t> (Admin / Driver)</a:t>
          </a:r>
          <a:endParaRPr lang="en-IN" sz="1800" kern="1200" dirty="0"/>
        </a:p>
      </dsp:txBody>
      <dsp:txXfrm>
        <a:off x="3247704" y="0"/>
        <a:ext cx="3258190" cy="2167466"/>
      </dsp:txXfrm>
    </dsp:sp>
    <dsp:sp modelId="{7220DE4C-761C-474C-AABB-8CEA2FB7BAF6}">
      <dsp:nvSpPr>
        <dsp:cNvPr id="0" name=""/>
        <dsp:cNvSpPr/>
      </dsp:nvSpPr>
      <dsp:spPr>
        <a:xfrm>
          <a:off x="1625599" y="2167466"/>
          <a:ext cx="6502400" cy="2167466"/>
        </a:xfrm>
        <a:prstGeom prst="trapezoid">
          <a:avLst>
            <a:gd name="adj" fmla="val 7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800" kern="1200" dirty="0" smtClean="0">
              <a:latin typeface="Arial" panose="020B0604020202020204" pitchFamily="34" charset="0"/>
            </a:rPr>
            <a:t>Email and password registration</a:t>
          </a:r>
          <a:endParaRPr lang="en-IN" sz="2800" kern="1200" dirty="0"/>
        </a:p>
      </dsp:txBody>
      <dsp:txXfrm>
        <a:off x="2763519" y="2167466"/>
        <a:ext cx="4226560" cy="2167466"/>
      </dsp:txXfrm>
    </dsp:sp>
    <dsp:sp modelId="{8BB35F7F-374E-493B-9431-19634E38579F}">
      <dsp:nvSpPr>
        <dsp:cNvPr id="0" name=""/>
        <dsp:cNvSpPr/>
      </dsp:nvSpPr>
      <dsp:spPr>
        <a:xfrm>
          <a:off x="0" y="4334933"/>
          <a:ext cx="9753600" cy="2167466"/>
        </a:xfrm>
        <a:prstGeom prst="trapezoid">
          <a:avLst>
            <a:gd name="adj" fmla="val 7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3200" kern="1200" dirty="0" smtClean="0">
              <a:latin typeface="Arial" panose="020B0604020202020204" pitchFamily="34" charset="0"/>
            </a:rPr>
            <a:t>Driver-specific data (vehicle type)</a:t>
          </a:r>
          <a:endParaRPr lang="en-IN" sz="3200" kern="1200" dirty="0"/>
        </a:p>
      </dsp:txBody>
      <dsp:txXfrm>
        <a:off x="1706879" y="4334933"/>
        <a:ext cx="6339840" cy="21674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169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-3-6.svg"/><Relationship Id="rId5" Type="http://schemas.openxmlformats.org/officeDocument/2006/relationships/image" Target="../media/image-3-4.svg"/><Relationship Id="rId4" Type="http://schemas.openxmlformats.org/officeDocument/2006/relationships/image" Target="../media/image-3-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6634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227427"/>
            <a:ext cx="72624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800" b="1" dirty="0" smtClean="0"/>
              <a:t>User Role Authentication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76368"/>
            <a:ext cx="7556421" cy="183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 smtClean="0"/>
              <a:t>Smart Delivery Application</a:t>
            </a:r>
          </a:p>
          <a:p>
            <a:r>
              <a:rPr lang="en-US" sz="1600" b="1" dirty="0" smtClean="0"/>
              <a:t>Role Implemented By:</a:t>
            </a:r>
            <a:r>
              <a:rPr lang="en-US" sz="1600" dirty="0" smtClean="0"/>
              <a:t> </a:t>
            </a:r>
            <a:r>
              <a:rPr lang="en-US" sz="1600" i="1" dirty="0" err="1" smtClean="0"/>
              <a:t>Mehek</a:t>
            </a:r>
            <a:r>
              <a:rPr lang="en-US" sz="1600" i="1" dirty="0" smtClean="0"/>
              <a:t> Fatima Shaik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b="1" dirty="0" smtClean="0"/>
              <a:t>Technology:</a:t>
            </a:r>
            <a:r>
              <a:rPr lang="en-US" sz="1600" dirty="0" smtClean="0"/>
              <a:t> Role-Based Access Control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Box 4"/>
          <p:cNvSpPr txBox="1"/>
          <p:nvPr/>
        </p:nvSpPr>
        <p:spPr>
          <a:xfrm>
            <a:off x="12433738" y="7514897"/>
            <a:ext cx="2091559" cy="5780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77463" y="1660634"/>
            <a:ext cx="102475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User Role Authentication is a security mechanism that ensures </a:t>
            </a:r>
            <a:r>
              <a:rPr lang="en-US" sz="2400" b="1" dirty="0" smtClean="0"/>
              <a:t>only authorized users</a:t>
            </a:r>
            <a:r>
              <a:rPr lang="en-US" sz="2400" dirty="0" smtClean="0"/>
              <a:t> can access specific features of the application based on their assigned role.</a:t>
            </a:r>
          </a:p>
          <a:p>
            <a:r>
              <a:rPr lang="en-US" sz="2400" dirty="0" smtClean="0"/>
              <a:t>In this project, authentication is designed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Secure the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Control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Separate responsibilities clearly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977463" y="825063"/>
            <a:ext cx="102475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Introduction to User Role Authentication</a:t>
            </a:r>
            <a:endParaRPr lang="en-US" sz="3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2433738" y="7514897"/>
            <a:ext cx="2091559" cy="5780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800" dirty="0" smtClean="0"/>
              <a:t>Need for User Role Authentication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0616" y="3348830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000" dirty="0" smtClean="0">
                <a:latin typeface="Inter" panose="020B0604020202020204" charset="0"/>
                <a:ea typeface="Inter" panose="020B0604020202020204" charset="0"/>
              </a:rPr>
              <a:t>Unauthorized users may access sensitive data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78323" y="341087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000" dirty="0" smtClean="0">
                <a:latin typeface="Inter" panose="020B0604020202020204" charset="0"/>
                <a:ea typeface="Inter" panose="020B0604020202020204" charset="0"/>
              </a:rPr>
              <a:t>Drivers may access admin controls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3260408" y="4817031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94842" y="497904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sp>
        <p:nvSpPr>
          <p:cNvPr id="17" name="Text 12"/>
          <p:cNvSpPr/>
          <p:nvPr/>
        </p:nvSpPr>
        <p:spPr>
          <a:xfrm>
            <a:off x="3494842" y="6294375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IN" sz="2000" dirty="0" smtClean="0">
                <a:latin typeface="Inter" panose="020B0604020202020204" charset="0"/>
                <a:ea typeface="Inter" panose="020B0604020202020204" charset="0"/>
              </a:rPr>
              <a:t>System security is compromised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433738" y="7514897"/>
            <a:ext cx="2091559" cy="5780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682008" y="5166208"/>
            <a:ext cx="306110" cy="306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756746" y="1983176"/>
            <a:ext cx="1179260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The Smart Delivery Application supports </a:t>
            </a:r>
            <a:r>
              <a:rPr lang="en-US" sz="2400" b="1" dirty="0" smtClean="0"/>
              <a:t>two user roles</a:t>
            </a:r>
            <a:r>
              <a:rPr lang="en-US" sz="2400" dirty="0" smtClean="0"/>
              <a:t>:</a:t>
            </a:r>
          </a:p>
          <a:p>
            <a:r>
              <a:rPr lang="en-US" sz="2400" b="1" dirty="0" smtClean="0"/>
              <a:t>🔹 Admin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System controller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Has full access</a:t>
            </a:r>
          </a:p>
          <a:p>
            <a:r>
              <a:rPr lang="en-US" sz="2400" b="1" dirty="0" smtClean="0"/>
              <a:t>🔹 Driver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Delivery executor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Has limited access</a:t>
            </a:r>
          </a:p>
          <a:p>
            <a:r>
              <a:rPr lang="en-US" sz="2400" dirty="0" smtClean="0"/>
              <a:t>Each role has </a:t>
            </a:r>
            <a:r>
              <a:rPr lang="en-US" sz="2400" b="1" dirty="0" smtClean="0"/>
              <a:t>separate permissions and dashboards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26" name="Rectangle 25"/>
          <p:cNvSpPr/>
          <p:nvPr/>
        </p:nvSpPr>
        <p:spPr>
          <a:xfrm>
            <a:off x="756746" y="1070697"/>
            <a:ext cx="117926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/>
              <a:t>User Roles in the System</a:t>
            </a:r>
            <a:endParaRPr lang="en-US" sz="3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12433738" y="7514897"/>
            <a:ext cx="2091559" cy="5780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049" y="606743"/>
            <a:ext cx="5507474" cy="688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400"/>
              </a:lnSpc>
            </a:pPr>
            <a:r>
              <a:rPr lang="en-US" sz="4400" dirty="0" smtClean="0"/>
              <a:t>My Responsibility in the Project</a:t>
            </a:r>
            <a:endParaRPr lang="en-US" sz="4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49" y="2335887"/>
            <a:ext cx="1101447" cy="13217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92762" y="3032522"/>
            <a:ext cx="1176659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IN" sz="2000" dirty="0" smtClean="0">
                <a:latin typeface="Inter" panose="020B0604020202020204" charset="0"/>
                <a:ea typeface="Inter" panose="020B0604020202020204" charset="0"/>
              </a:rPr>
              <a:t>Role-based account creation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49" y="3657600"/>
            <a:ext cx="1101447" cy="13217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92762" y="4354235"/>
            <a:ext cx="1176659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000" dirty="0" smtClean="0">
                <a:latin typeface="Inteer"/>
              </a:rPr>
              <a:t>Secure login for Admin and Driver</a:t>
            </a:r>
            <a:endParaRPr lang="en-US" sz="2000" dirty="0">
              <a:latin typeface="Inteer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049" y="4979313"/>
            <a:ext cx="1101447" cy="13217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092762" y="5675948"/>
            <a:ext cx="1176659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000" dirty="0" smtClean="0">
                <a:latin typeface="Inter" panose="020B0604020202020204" charset="0"/>
                <a:ea typeface="Inter" panose="020B0604020202020204" charset="0"/>
              </a:rPr>
              <a:t>Dashboard redirection based on role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049" y="6301026"/>
            <a:ext cx="1101447" cy="13217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092762" y="6997660"/>
            <a:ext cx="1176659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IN" sz="2000" dirty="0" smtClean="0">
                <a:latin typeface="Inter" panose="020B0604020202020204" charset="0"/>
                <a:ea typeface="Inter" panose="020B0604020202020204" charset="0"/>
              </a:rPr>
              <a:t>Preventing unauthorized access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433738" y="7514897"/>
            <a:ext cx="2091559" cy="5780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2586138" y="7667297"/>
            <a:ext cx="2091559" cy="5780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764" y="462558"/>
            <a:ext cx="4205645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 smtClean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Account Creation Module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8764" y="1408628"/>
            <a:ext cx="2711529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IN" sz="2000" dirty="0" smtClean="0"/>
              <a:t>Features:</a:t>
            </a:r>
            <a:endParaRPr lang="en-US" sz="1950" dirty="0"/>
          </a:p>
        </p:txBody>
      </p:sp>
      <p:sp>
        <p:nvSpPr>
          <p:cNvPr id="22" name="TextBox 21"/>
          <p:cNvSpPr txBox="1"/>
          <p:nvPr/>
        </p:nvSpPr>
        <p:spPr>
          <a:xfrm>
            <a:off x="12433738" y="7514897"/>
            <a:ext cx="2091559" cy="5780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3" name="Text 1"/>
          <p:cNvSpPr/>
          <p:nvPr/>
        </p:nvSpPr>
        <p:spPr>
          <a:xfrm>
            <a:off x="798970" y="2233899"/>
            <a:ext cx="5854078" cy="387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endParaRPr lang="en-IN" sz="2000" dirty="0" smtClean="0"/>
          </a:p>
        </p:txBody>
      </p:sp>
      <p:graphicFrame>
        <p:nvGraphicFramePr>
          <p:cNvPr id="31" name="Diagram 30"/>
          <p:cNvGraphicFramePr/>
          <p:nvPr>
            <p:extLst>
              <p:ext uri="{D42A27DB-BD31-4B8C-83A1-F6EECF244321}">
                <p14:modId xmlns:p14="http://schemas.microsoft.com/office/powerpoint/2010/main" val="1276951851"/>
              </p:ext>
            </p:extLst>
          </p:nvPr>
        </p:nvGraphicFramePr>
        <p:xfrm>
          <a:off x="2438400" y="863600"/>
          <a:ext cx="9753600" cy="650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935421" y="546538"/>
            <a:ext cx="12363735" cy="67371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33738" y="7514897"/>
            <a:ext cx="2091559" cy="5780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048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433738" y="7514897"/>
            <a:ext cx="2091559" cy="5780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761999" y="273270"/>
            <a:ext cx="12717518" cy="759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34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167</Words>
  <Application>Microsoft Office PowerPoint</Application>
  <PresentationFormat>Custom</PresentationFormat>
  <Paragraphs>41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Inteer</vt:lpstr>
      <vt:lpstr>Inter Bold</vt:lpstr>
      <vt:lpstr>Calibri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Microsoft account</cp:lastModifiedBy>
  <cp:revision>4</cp:revision>
  <dcterms:created xsi:type="dcterms:W3CDTF">2025-12-12T14:35:48Z</dcterms:created>
  <dcterms:modified xsi:type="dcterms:W3CDTF">2026-01-05T12:10:26Z</dcterms:modified>
</cp:coreProperties>
</file>