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8" d="100"/>
          <a:sy n="88" d="100"/>
        </p:scale>
        <p:origin x="49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BA324C8-C526-4635-BD7B-6665802BB4B2}"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02605767-B0C0-4174-90E9-EAB2A606C0F7}">
      <dgm:prSet phldrT="[Text]" custT="1"/>
      <dgm:spPr/>
      <dgm:t>
        <a:bodyPr/>
        <a:lstStyle/>
        <a:p>
          <a:r>
            <a:rPr lang="en-IN" sz="2800" dirty="0" smtClean="0">
              <a:latin typeface="Times New Roman" panose="02020603050405020304" pitchFamily="18" charset="0"/>
              <a:cs typeface="Times New Roman" panose="02020603050405020304" pitchFamily="18" charset="0"/>
            </a:rPr>
            <a:t>Real-time traffic visualization</a:t>
          </a:r>
          <a:endParaRPr lang="en-IN" sz="2800" dirty="0">
            <a:latin typeface="Times New Roman" panose="02020603050405020304" pitchFamily="18" charset="0"/>
            <a:cs typeface="Times New Roman" panose="02020603050405020304" pitchFamily="18" charset="0"/>
          </a:endParaRPr>
        </a:p>
      </dgm:t>
    </dgm:pt>
    <dgm:pt modelId="{429EB50E-4960-4835-8F3A-C6ECFEB687F7}" type="parTrans" cxnId="{E9B5E3D3-8CBD-4E06-9D0B-2A15F1F128A5}">
      <dgm:prSet/>
      <dgm:spPr/>
      <dgm:t>
        <a:bodyPr/>
        <a:lstStyle/>
        <a:p>
          <a:endParaRPr lang="en-IN"/>
        </a:p>
      </dgm:t>
    </dgm:pt>
    <dgm:pt modelId="{F7BF57D9-2D08-4903-8169-028E106D943A}" type="sibTrans" cxnId="{E9B5E3D3-8CBD-4E06-9D0B-2A15F1F128A5}">
      <dgm:prSet/>
      <dgm:spPr/>
      <dgm:t>
        <a:bodyPr/>
        <a:lstStyle/>
        <a:p>
          <a:endParaRPr lang="en-IN"/>
        </a:p>
      </dgm:t>
    </dgm:pt>
    <dgm:pt modelId="{B2F1CC2D-B35F-4391-9A29-6C4840015817}">
      <dgm:prSet phldrT="[Text]" custT="1"/>
      <dgm:spPr/>
      <dgm:t>
        <a:bodyPr/>
        <a:lstStyle/>
        <a:p>
          <a:r>
            <a:rPr lang="en-IN" sz="2800" dirty="0" smtClean="0">
              <a:latin typeface="Times New Roman" panose="02020603050405020304" pitchFamily="18" charset="0"/>
              <a:cs typeface="Times New Roman" panose="02020603050405020304" pitchFamily="18" charset="0"/>
            </a:rPr>
            <a:t>AI-based congestion prediction</a:t>
          </a:r>
          <a:endParaRPr lang="en-IN" sz="2800" dirty="0">
            <a:latin typeface="Times New Roman" panose="02020603050405020304" pitchFamily="18" charset="0"/>
            <a:cs typeface="Times New Roman" panose="02020603050405020304" pitchFamily="18" charset="0"/>
          </a:endParaRPr>
        </a:p>
      </dgm:t>
    </dgm:pt>
    <dgm:pt modelId="{7841398B-0883-4A6F-992A-32E5CFB1B32D}" type="parTrans" cxnId="{4FD967DB-6EAE-4391-8C51-BF3C10C6D19F}">
      <dgm:prSet/>
      <dgm:spPr/>
      <dgm:t>
        <a:bodyPr/>
        <a:lstStyle/>
        <a:p>
          <a:endParaRPr lang="en-IN"/>
        </a:p>
      </dgm:t>
    </dgm:pt>
    <dgm:pt modelId="{237C4305-5AAA-4526-8AFB-BDD99648AAD8}" type="sibTrans" cxnId="{4FD967DB-6EAE-4391-8C51-BF3C10C6D19F}">
      <dgm:prSet/>
      <dgm:spPr/>
      <dgm:t>
        <a:bodyPr/>
        <a:lstStyle/>
        <a:p>
          <a:endParaRPr lang="en-IN"/>
        </a:p>
      </dgm:t>
    </dgm:pt>
    <dgm:pt modelId="{F293082E-F077-4C4F-B784-D865FB288F41}">
      <dgm:prSet phldrT="[Text]" custT="1"/>
      <dgm:spPr/>
      <dgm:t>
        <a:bodyPr/>
        <a:lstStyle/>
        <a:p>
          <a:r>
            <a:rPr lang="en-IN" sz="2800" dirty="0" smtClean="0">
              <a:latin typeface="Times New Roman" panose="02020603050405020304" pitchFamily="18" charset="0"/>
              <a:cs typeface="Times New Roman" panose="02020603050405020304" pitchFamily="18" charset="0"/>
            </a:rPr>
            <a:t>Best and a</a:t>
          </a:r>
          <a:r>
            <a:rPr lang="en-IN" sz="2800" dirty="0" smtClean="0">
              <a:latin typeface="Times New Roman" panose="02020603050405020304" pitchFamily="18" charset="0"/>
              <a:cs typeface="Times New Roman" panose="02020603050405020304" pitchFamily="18" charset="0"/>
            </a:rPr>
            <a:t>lternate route </a:t>
          </a:r>
          <a:r>
            <a:rPr lang="en-IN" sz="2800" dirty="0" smtClean="0">
              <a:latin typeface="Times New Roman" panose="02020603050405020304" pitchFamily="18" charset="0"/>
              <a:cs typeface="Times New Roman" panose="02020603050405020304" pitchFamily="18" charset="0"/>
            </a:rPr>
            <a:t>recommendation</a:t>
          </a:r>
        </a:p>
      </dgm:t>
    </dgm:pt>
    <dgm:pt modelId="{518F4BE1-88E4-4F39-BEC6-6F48743B169C}" type="parTrans" cxnId="{F54CF7C5-2804-4636-B752-DEBEDB98DA28}">
      <dgm:prSet/>
      <dgm:spPr/>
      <dgm:t>
        <a:bodyPr/>
        <a:lstStyle/>
        <a:p>
          <a:endParaRPr lang="en-IN"/>
        </a:p>
      </dgm:t>
    </dgm:pt>
    <dgm:pt modelId="{E5B44D46-CC05-4617-B6C4-2213798675CC}" type="sibTrans" cxnId="{F54CF7C5-2804-4636-B752-DEBEDB98DA28}">
      <dgm:prSet/>
      <dgm:spPr/>
      <dgm:t>
        <a:bodyPr/>
        <a:lstStyle/>
        <a:p>
          <a:endParaRPr lang="en-IN"/>
        </a:p>
      </dgm:t>
    </dgm:pt>
    <dgm:pt modelId="{5F01E9EE-9A4F-4599-BEEF-E880D47E71EF}">
      <dgm:prSet phldrT="[Text]" custT="1"/>
      <dgm:spPr/>
      <dgm:t>
        <a:bodyPr/>
        <a:lstStyle/>
        <a:p>
          <a:r>
            <a:rPr lang="en-US" sz="2800" dirty="0" smtClean="0">
              <a:latin typeface="Times New Roman" panose="02020603050405020304" pitchFamily="18" charset="0"/>
              <a:cs typeface="Times New Roman" panose="02020603050405020304" pitchFamily="18" charset="0"/>
            </a:rPr>
            <a:t>Admin panel for delivery monitoring</a:t>
          </a:r>
          <a:endParaRPr lang="en-IN" sz="2800" dirty="0">
            <a:latin typeface="Times New Roman" panose="02020603050405020304" pitchFamily="18" charset="0"/>
            <a:cs typeface="Times New Roman" panose="02020603050405020304" pitchFamily="18" charset="0"/>
          </a:endParaRPr>
        </a:p>
      </dgm:t>
    </dgm:pt>
    <dgm:pt modelId="{FDFC4382-3651-4CDC-A0D5-587A55A4516D}" type="parTrans" cxnId="{2F4F2A12-4FB0-4A37-B8F4-F2DECE2687D2}">
      <dgm:prSet/>
      <dgm:spPr/>
      <dgm:t>
        <a:bodyPr/>
        <a:lstStyle/>
        <a:p>
          <a:endParaRPr lang="en-IN"/>
        </a:p>
      </dgm:t>
    </dgm:pt>
    <dgm:pt modelId="{8BCFAF97-9183-4C1D-9A85-24260D0E25BC}" type="sibTrans" cxnId="{2F4F2A12-4FB0-4A37-B8F4-F2DECE2687D2}">
      <dgm:prSet/>
      <dgm:spPr/>
      <dgm:t>
        <a:bodyPr/>
        <a:lstStyle/>
        <a:p>
          <a:endParaRPr lang="en-IN"/>
        </a:p>
      </dgm:t>
    </dgm:pt>
    <dgm:pt modelId="{E5DABA12-BF74-4054-A17A-23C1BEA5EF08}">
      <dgm:prSet phldrT="[Text]" custT="1"/>
      <dgm:spPr/>
      <dgm:t>
        <a:bodyPr/>
        <a:lstStyle/>
        <a:p>
          <a:r>
            <a:rPr lang="en-US" sz="2800" dirty="0" smtClean="0">
              <a:latin typeface="Times New Roman" panose="02020603050405020304" pitchFamily="18" charset="0"/>
              <a:cs typeface="Times New Roman" panose="02020603050405020304" pitchFamily="18" charset="0"/>
            </a:rPr>
            <a:t>Driver dashboard with map view</a:t>
          </a:r>
          <a:endParaRPr lang="en-IN" sz="2800" dirty="0">
            <a:latin typeface="Times New Roman" panose="02020603050405020304" pitchFamily="18" charset="0"/>
            <a:cs typeface="Times New Roman" panose="02020603050405020304" pitchFamily="18" charset="0"/>
          </a:endParaRPr>
        </a:p>
      </dgm:t>
    </dgm:pt>
    <dgm:pt modelId="{9A0BED80-FA28-4DC4-9589-4B2D4C1D14B2}" type="parTrans" cxnId="{1919F106-9D38-40AE-860F-1765DC4F835B}">
      <dgm:prSet/>
      <dgm:spPr/>
      <dgm:t>
        <a:bodyPr/>
        <a:lstStyle/>
        <a:p>
          <a:endParaRPr lang="en-IN"/>
        </a:p>
      </dgm:t>
    </dgm:pt>
    <dgm:pt modelId="{5F870265-2DD1-4A40-9D43-50A3872E0B00}" type="sibTrans" cxnId="{1919F106-9D38-40AE-860F-1765DC4F835B}">
      <dgm:prSet/>
      <dgm:spPr/>
      <dgm:t>
        <a:bodyPr/>
        <a:lstStyle/>
        <a:p>
          <a:endParaRPr lang="en-IN"/>
        </a:p>
      </dgm:t>
    </dgm:pt>
    <dgm:pt modelId="{98EE9670-6CE7-47D9-85D2-A98AD10B3308}" type="pres">
      <dgm:prSet presAssocID="{DBA324C8-C526-4635-BD7B-6665802BB4B2}" presName="diagram" presStyleCnt="0">
        <dgm:presLayoutVars>
          <dgm:dir/>
          <dgm:resizeHandles val="exact"/>
        </dgm:presLayoutVars>
      </dgm:prSet>
      <dgm:spPr/>
    </dgm:pt>
    <dgm:pt modelId="{17EEF922-8960-4919-B496-F850B33BB84C}" type="pres">
      <dgm:prSet presAssocID="{02605767-B0C0-4174-90E9-EAB2A606C0F7}" presName="node" presStyleLbl="node1" presStyleIdx="0" presStyleCnt="5">
        <dgm:presLayoutVars>
          <dgm:bulletEnabled val="1"/>
        </dgm:presLayoutVars>
      </dgm:prSet>
      <dgm:spPr/>
      <dgm:t>
        <a:bodyPr/>
        <a:lstStyle/>
        <a:p>
          <a:endParaRPr lang="en-IN"/>
        </a:p>
      </dgm:t>
    </dgm:pt>
    <dgm:pt modelId="{593B575C-5546-4C36-ADB3-F5AB69CE6C41}" type="pres">
      <dgm:prSet presAssocID="{F7BF57D9-2D08-4903-8169-028E106D943A}" presName="sibTrans" presStyleCnt="0"/>
      <dgm:spPr/>
    </dgm:pt>
    <dgm:pt modelId="{0AB5FA3D-A32D-45CC-928C-95BF36308D67}" type="pres">
      <dgm:prSet presAssocID="{B2F1CC2D-B35F-4391-9A29-6C4840015817}" presName="node" presStyleLbl="node1" presStyleIdx="1" presStyleCnt="5">
        <dgm:presLayoutVars>
          <dgm:bulletEnabled val="1"/>
        </dgm:presLayoutVars>
      </dgm:prSet>
      <dgm:spPr/>
      <dgm:t>
        <a:bodyPr/>
        <a:lstStyle/>
        <a:p>
          <a:endParaRPr lang="en-IN"/>
        </a:p>
      </dgm:t>
    </dgm:pt>
    <dgm:pt modelId="{492ABB14-0E41-4A42-B7E7-B274B5C03921}" type="pres">
      <dgm:prSet presAssocID="{237C4305-5AAA-4526-8AFB-BDD99648AAD8}" presName="sibTrans" presStyleCnt="0"/>
      <dgm:spPr/>
    </dgm:pt>
    <dgm:pt modelId="{DCFBD78F-5663-472E-9B62-EEF5269497E6}" type="pres">
      <dgm:prSet presAssocID="{F293082E-F077-4C4F-B784-D865FB288F41}" presName="node" presStyleLbl="node1" presStyleIdx="2" presStyleCnt="5">
        <dgm:presLayoutVars>
          <dgm:bulletEnabled val="1"/>
        </dgm:presLayoutVars>
      </dgm:prSet>
      <dgm:spPr/>
      <dgm:t>
        <a:bodyPr/>
        <a:lstStyle/>
        <a:p>
          <a:endParaRPr lang="en-IN"/>
        </a:p>
      </dgm:t>
    </dgm:pt>
    <dgm:pt modelId="{870D1EE1-D984-4E0C-BACA-68B7C896E61A}" type="pres">
      <dgm:prSet presAssocID="{E5B44D46-CC05-4617-B6C4-2213798675CC}" presName="sibTrans" presStyleCnt="0"/>
      <dgm:spPr/>
    </dgm:pt>
    <dgm:pt modelId="{3630BF7E-5BED-455E-B83B-50047CDA1942}" type="pres">
      <dgm:prSet presAssocID="{5F01E9EE-9A4F-4599-BEEF-E880D47E71EF}" presName="node" presStyleLbl="node1" presStyleIdx="3" presStyleCnt="5">
        <dgm:presLayoutVars>
          <dgm:bulletEnabled val="1"/>
        </dgm:presLayoutVars>
      </dgm:prSet>
      <dgm:spPr/>
      <dgm:t>
        <a:bodyPr/>
        <a:lstStyle/>
        <a:p>
          <a:endParaRPr lang="en-IN"/>
        </a:p>
      </dgm:t>
    </dgm:pt>
    <dgm:pt modelId="{E6539F9D-19D2-44F9-86B5-6C4A581E75B0}" type="pres">
      <dgm:prSet presAssocID="{8BCFAF97-9183-4C1D-9A85-24260D0E25BC}" presName="sibTrans" presStyleCnt="0"/>
      <dgm:spPr/>
    </dgm:pt>
    <dgm:pt modelId="{1F1321B6-A294-4FE2-859B-C5FE214B44C8}" type="pres">
      <dgm:prSet presAssocID="{E5DABA12-BF74-4054-A17A-23C1BEA5EF08}" presName="node" presStyleLbl="node1" presStyleIdx="4" presStyleCnt="5">
        <dgm:presLayoutVars>
          <dgm:bulletEnabled val="1"/>
        </dgm:presLayoutVars>
      </dgm:prSet>
      <dgm:spPr/>
      <dgm:t>
        <a:bodyPr/>
        <a:lstStyle/>
        <a:p>
          <a:endParaRPr lang="en-IN"/>
        </a:p>
      </dgm:t>
    </dgm:pt>
  </dgm:ptLst>
  <dgm:cxnLst>
    <dgm:cxn modelId="{245841C2-05A6-4000-A81E-E126F4E47D47}" type="presOf" srcId="{E5DABA12-BF74-4054-A17A-23C1BEA5EF08}" destId="{1F1321B6-A294-4FE2-859B-C5FE214B44C8}" srcOrd="0" destOrd="0" presId="urn:microsoft.com/office/officeart/2005/8/layout/default"/>
    <dgm:cxn modelId="{4FD967DB-6EAE-4391-8C51-BF3C10C6D19F}" srcId="{DBA324C8-C526-4635-BD7B-6665802BB4B2}" destId="{B2F1CC2D-B35F-4391-9A29-6C4840015817}" srcOrd="1" destOrd="0" parTransId="{7841398B-0883-4A6F-992A-32E5CFB1B32D}" sibTransId="{237C4305-5AAA-4526-8AFB-BDD99648AAD8}"/>
    <dgm:cxn modelId="{1919F106-9D38-40AE-860F-1765DC4F835B}" srcId="{DBA324C8-C526-4635-BD7B-6665802BB4B2}" destId="{E5DABA12-BF74-4054-A17A-23C1BEA5EF08}" srcOrd="4" destOrd="0" parTransId="{9A0BED80-FA28-4DC4-9589-4B2D4C1D14B2}" sibTransId="{5F870265-2DD1-4A40-9D43-50A3872E0B00}"/>
    <dgm:cxn modelId="{DBC55786-0BCB-4E4D-A1F2-4A8EFC06A3C7}" type="presOf" srcId="{F293082E-F077-4C4F-B784-D865FB288F41}" destId="{DCFBD78F-5663-472E-9B62-EEF5269497E6}" srcOrd="0" destOrd="0" presId="urn:microsoft.com/office/officeart/2005/8/layout/default"/>
    <dgm:cxn modelId="{B1F99F44-BC7F-48E8-8AA1-74799233A1EE}" type="presOf" srcId="{02605767-B0C0-4174-90E9-EAB2A606C0F7}" destId="{17EEF922-8960-4919-B496-F850B33BB84C}" srcOrd="0" destOrd="0" presId="urn:microsoft.com/office/officeart/2005/8/layout/default"/>
    <dgm:cxn modelId="{F54CF7C5-2804-4636-B752-DEBEDB98DA28}" srcId="{DBA324C8-C526-4635-BD7B-6665802BB4B2}" destId="{F293082E-F077-4C4F-B784-D865FB288F41}" srcOrd="2" destOrd="0" parTransId="{518F4BE1-88E4-4F39-BEC6-6F48743B169C}" sibTransId="{E5B44D46-CC05-4617-B6C4-2213798675CC}"/>
    <dgm:cxn modelId="{B4FA90AA-F8F0-4595-8711-F2F56F48F27E}" type="presOf" srcId="{B2F1CC2D-B35F-4391-9A29-6C4840015817}" destId="{0AB5FA3D-A32D-45CC-928C-95BF36308D67}" srcOrd="0" destOrd="0" presId="urn:microsoft.com/office/officeart/2005/8/layout/default"/>
    <dgm:cxn modelId="{B857C3F5-7DCA-4357-87C8-51BA2A912265}" type="presOf" srcId="{5F01E9EE-9A4F-4599-BEEF-E880D47E71EF}" destId="{3630BF7E-5BED-455E-B83B-50047CDA1942}" srcOrd="0" destOrd="0" presId="urn:microsoft.com/office/officeart/2005/8/layout/default"/>
    <dgm:cxn modelId="{D23E8563-FAAE-4835-972C-783AD328557F}" type="presOf" srcId="{DBA324C8-C526-4635-BD7B-6665802BB4B2}" destId="{98EE9670-6CE7-47D9-85D2-A98AD10B3308}" srcOrd="0" destOrd="0" presId="urn:microsoft.com/office/officeart/2005/8/layout/default"/>
    <dgm:cxn modelId="{E9B5E3D3-8CBD-4E06-9D0B-2A15F1F128A5}" srcId="{DBA324C8-C526-4635-BD7B-6665802BB4B2}" destId="{02605767-B0C0-4174-90E9-EAB2A606C0F7}" srcOrd="0" destOrd="0" parTransId="{429EB50E-4960-4835-8F3A-C6ECFEB687F7}" sibTransId="{F7BF57D9-2D08-4903-8169-028E106D943A}"/>
    <dgm:cxn modelId="{2F4F2A12-4FB0-4A37-B8F4-F2DECE2687D2}" srcId="{DBA324C8-C526-4635-BD7B-6665802BB4B2}" destId="{5F01E9EE-9A4F-4599-BEEF-E880D47E71EF}" srcOrd="3" destOrd="0" parTransId="{FDFC4382-3651-4CDC-A0D5-587A55A4516D}" sibTransId="{8BCFAF97-9183-4C1D-9A85-24260D0E25BC}"/>
    <dgm:cxn modelId="{0E687E26-8C4E-461C-97EF-44392AF2162C}" type="presParOf" srcId="{98EE9670-6CE7-47D9-85D2-A98AD10B3308}" destId="{17EEF922-8960-4919-B496-F850B33BB84C}" srcOrd="0" destOrd="0" presId="urn:microsoft.com/office/officeart/2005/8/layout/default"/>
    <dgm:cxn modelId="{2BE7EF5D-9910-458D-9958-A963D87EE6EB}" type="presParOf" srcId="{98EE9670-6CE7-47D9-85D2-A98AD10B3308}" destId="{593B575C-5546-4C36-ADB3-F5AB69CE6C41}" srcOrd="1" destOrd="0" presId="urn:microsoft.com/office/officeart/2005/8/layout/default"/>
    <dgm:cxn modelId="{5AD94398-74F8-44D0-AC34-AA6D8BC360BB}" type="presParOf" srcId="{98EE9670-6CE7-47D9-85D2-A98AD10B3308}" destId="{0AB5FA3D-A32D-45CC-928C-95BF36308D67}" srcOrd="2" destOrd="0" presId="urn:microsoft.com/office/officeart/2005/8/layout/default"/>
    <dgm:cxn modelId="{7A35F43E-2264-4001-993C-8FDAFE0FD0C8}" type="presParOf" srcId="{98EE9670-6CE7-47D9-85D2-A98AD10B3308}" destId="{492ABB14-0E41-4A42-B7E7-B274B5C03921}" srcOrd="3" destOrd="0" presId="urn:microsoft.com/office/officeart/2005/8/layout/default"/>
    <dgm:cxn modelId="{8F26A210-84D7-4718-BAE8-E30A2BBF0CB4}" type="presParOf" srcId="{98EE9670-6CE7-47D9-85D2-A98AD10B3308}" destId="{DCFBD78F-5663-472E-9B62-EEF5269497E6}" srcOrd="4" destOrd="0" presId="urn:microsoft.com/office/officeart/2005/8/layout/default"/>
    <dgm:cxn modelId="{AB63E744-C04F-4AE3-AA56-69FAA027C791}" type="presParOf" srcId="{98EE9670-6CE7-47D9-85D2-A98AD10B3308}" destId="{870D1EE1-D984-4E0C-BACA-68B7C896E61A}" srcOrd="5" destOrd="0" presId="urn:microsoft.com/office/officeart/2005/8/layout/default"/>
    <dgm:cxn modelId="{FAFC30E1-A9FD-4305-A2BD-8EE1264F8EB8}" type="presParOf" srcId="{98EE9670-6CE7-47D9-85D2-A98AD10B3308}" destId="{3630BF7E-5BED-455E-B83B-50047CDA1942}" srcOrd="6" destOrd="0" presId="urn:microsoft.com/office/officeart/2005/8/layout/default"/>
    <dgm:cxn modelId="{EB6079E6-D8F3-47D4-BC7B-8968683B5EAC}" type="presParOf" srcId="{98EE9670-6CE7-47D9-85D2-A98AD10B3308}" destId="{E6539F9D-19D2-44F9-86B5-6C4A581E75B0}" srcOrd="7" destOrd="0" presId="urn:microsoft.com/office/officeart/2005/8/layout/default"/>
    <dgm:cxn modelId="{278344CA-4716-477C-9A5D-5CD0493B3B03}" type="presParOf" srcId="{98EE9670-6CE7-47D9-85D2-A98AD10B3308}" destId="{1F1321B6-A294-4FE2-859B-C5FE214B44C8}"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7A110E4-7A23-452A-B141-07BF1BBD6979}"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IN"/>
        </a:p>
      </dgm:t>
    </dgm:pt>
    <dgm:pt modelId="{0B6CFDEE-9455-4480-A5A8-F936F68529DE}">
      <dgm:prSet phldrT="[Text]"/>
      <dgm:spPr/>
      <dgm:t>
        <a:bodyPr/>
        <a:lstStyle/>
        <a:p>
          <a:r>
            <a:rPr lang="en-US" dirty="0" smtClean="0">
              <a:latin typeface="Times New Roman" panose="02020603050405020304" pitchFamily="18" charset="0"/>
              <a:cs typeface="Times New Roman" panose="02020603050405020304" pitchFamily="18" charset="0"/>
            </a:rPr>
            <a:t>Frontend</a:t>
          </a:r>
          <a:endParaRPr lang="en-IN" dirty="0">
            <a:latin typeface="Times New Roman" panose="02020603050405020304" pitchFamily="18" charset="0"/>
            <a:cs typeface="Times New Roman" panose="02020603050405020304" pitchFamily="18" charset="0"/>
          </a:endParaRPr>
        </a:p>
      </dgm:t>
    </dgm:pt>
    <dgm:pt modelId="{03231100-05F1-4791-A3FC-A35D6EA0FEBE}" type="parTrans" cxnId="{4FBE6795-C061-4104-8CEF-439D183021ED}">
      <dgm:prSet/>
      <dgm:spPr/>
      <dgm:t>
        <a:bodyPr/>
        <a:lstStyle/>
        <a:p>
          <a:endParaRPr lang="en-IN"/>
        </a:p>
      </dgm:t>
    </dgm:pt>
    <dgm:pt modelId="{AE5E0B10-7D34-4660-B340-BCCF86A103D7}" type="sibTrans" cxnId="{4FBE6795-C061-4104-8CEF-439D183021ED}">
      <dgm:prSet/>
      <dgm:spPr/>
      <dgm:t>
        <a:bodyPr/>
        <a:lstStyle/>
        <a:p>
          <a:endParaRPr lang="en-IN"/>
        </a:p>
      </dgm:t>
    </dgm:pt>
    <dgm:pt modelId="{88A396D3-1D44-431C-B53B-0E9F8E7F047D}">
      <dgm:prSet phldrT="[Text]"/>
      <dgm:spPr/>
      <dgm:t>
        <a:bodyPr/>
        <a:lstStyle/>
        <a:p>
          <a:r>
            <a:rPr lang="en-US" dirty="0" smtClean="0">
              <a:latin typeface="Times New Roman" panose="02020603050405020304" pitchFamily="18" charset="0"/>
              <a:cs typeface="Times New Roman" panose="02020603050405020304" pitchFamily="18" charset="0"/>
            </a:rPr>
            <a:t>React (HTML, CSS &amp; JS)</a:t>
          </a:r>
          <a:endParaRPr lang="en-IN" dirty="0">
            <a:latin typeface="Times New Roman" panose="02020603050405020304" pitchFamily="18" charset="0"/>
            <a:cs typeface="Times New Roman" panose="02020603050405020304" pitchFamily="18" charset="0"/>
          </a:endParaRPr>
        </a:p>
      </dgm:t>
    </dgm:pt>
    <dgm:pt modelId="{BB84252F-5A7A-4541-9D46-98E874CC7AE6}" type="parTrans" cxnId="{5A06716B-BB69-4E13-AB80-BB2817D2228C}">
      <dgm:prSet/>
      <dgm:spPr/>
      <dgm:t>
        <a:bodyPr/>
        <a:lstStyle/>
        <a:p>
          <a:endParaRPr lang="en-IN"/>
        </a:p>
      </dgm:t>
    </dgm:pt>
    <dgm:pt modelId="{118E52E1-5808-4E18-BB4D-ECB3B74676CC}" type="sibTrans" cxnId="{5A06716B-BB69-4E13-AB80-BB2817D2228C}">
      <dgm:prSet/>
      <dgm:spPr/>
      <dgm:t>
        <a:bodyPr/>
        <a:lstStyle/>
        <a:p>
          <a:endParaRPr lang="en-IN"/>
        </a:p>
      </dgm:t>
    </dgm:pt>
    <dgm:pt modelId="{A200A6C0-E41D-4858-AFD2-2810A7495B1A}">
      <dgm:prSet phldrT="[Text]"/>
      <dgm:spPr/>
      <dgm:t>
        <a:bodyPr/>
        <a:lstStyle/>
        <a:p>
          <a:r>
            <a:rPr lang="en-US" dirty="0" smtClean="0">
              <a:latin typeface="Times New Roman" panose="02020603050405020304" pitchFamily="18" charset="0"/>
              <a:cs typeface="Times New Roman" panose="02020603050405020304" pitchFamily="18" charset="0"/>
            </a:rPr>
            <a:t>Backend</a:t>
          </a:r>
          <a:endParaRPr lang="en-IN" dirty="0">
            <a:latin typeface="Times New Roman" panose="02020603050405020304" pitchFamily="18" charset="0"/>
            <a:cs typeface="Times New Roman" panose="02020603050405020304" pitchFamily="18" charset="0"/>
          </a:endParaRPr>
        </a:p>
      </dgm:t>
    </dgm:pt>
    <dgm:pt modelId="{4B71C8B4-E353-4220-B0B5-F58AC8388F2B}" type="parTrans" cxnId="{19A43D3E-7AC5-4F9E-9A8E-6880EAD2BB24}">
      <dgm:prSet/>
      <dgm:spPr/>
      <dgm:t>
        <a:bodyPr/>
        <a:lstStyle/>
        <a:p>
          <a:endParaRPr lang="en-IN"/>
        </a:p>
      </dgm:t>
    </dgm:pt>
    <dgm:pt modelId="{630FB23F-1268-4FE6-8568-862E889DC8EC}" type="sibTrans" cxnId="{19A43D3E-7AC5-4F9E-9A8E-6880EAD2BB24}">
      <dgm:prSet/>
      <dgm:spPr/>
      <dgm:t>
        <a:bodyPr/>
        <a:lstStyle/>
        <a:p>
          <a:endParaRPr lang="en-IN"/>
        </a:p>
      </dgm:t>
    </dgm:pt>
    <dgm:pt modelId="{4CE43B19-3156-476F-97BE-A525DD5388BB}">
      <dgm:prSet phldrT="[Text]"/>
      <dgm:spPr/>
      <dgm:t>
        <a:bodyPr/>
        <a:lstStyle/>
        <a:p>
          <a:r>
            <a:rPr lang="en-US" dirty="0" smtClean="0">
              <a:latin typeface="Times New Roman" panose="02020603050405020304" pitchFamily="18" charset="0"/>
              <a:cs typeface="Times New Roman" panose="02020603050405020304" pitchFamily="18" charset="0"/>
            </a:rPr>
            <a:t>Node </a:t>
          </a:r>
          <a:r>
            <a:rPr lang="en-US" smtClean="0">
              <a:latin typeface="Times New Roman" panose="02020603050405020304" pitchFamily="18" charset="0"/>
              <a:cs typeface="Times New Roman" panose="02020603050405020304" pitchFamily="18" charset="0"/>
            </a:rPr>
            <a:t>JS or</a:t>
          </a:r>
          <a:endParaRPr lang="en-IN" dirty="0">
            <a:latin typeface="Times New Roman" panose="02020603050405020304" pitchFamily="18" charset="0"/>
            <a:cs typeface="Times New Roman" panose="02020603050405020304" pitchFamily="18" charset="0"/>
          </a:endParaRPr>
        </a:p>
      </dgm:t>
    </dgm:pt>
    <dgm:pt modelId="{189FB0D4-7D9D-43E2-AE77-6BE38B0A3DD4}" type="parTrans" cxnId="{12A61190-FD10-41D5-81AB-58F0C1B2C5B5}">
      <dgm:prSet/>
      <dgm:spPr/>
      <dgm:t>
        <a:bodyPr/>
        <a:lstStyle/>
        <a:p>
          <a:endParaRPr lang="en-IN"/>
        </a:p>
      </dgm:t>
    </dgm:pt>
    <dgm:pt modelId="{8A98E1E1-1251-4BFE-985C-3A509A8D20B8}" type="sibTrans" cxnId="{12A61190-FD10-41D5-81AB-58F0C1B2C5B5}">
      <dgm:prSet/>
      <dgm:spPr/>
      <dgm:t>
        <a:bodyPr/>
        <a:lstStyle/>
        <a:p>
          <a:endParaRPr lang="en-IN"/>
        </a:p>
      </dgm:t>
    </dgm:pt>
    <dgm:pt modelId="{34231824-A29E-4D07-8A41-48E87DE9EC85}">
      <dgm:prSet phldrT="[Text]"/>
      <dgm:spPr/>
      <dgm:t>
        <a:bodyPr/>
        <a:lstStyle/>
        <a:p>
          <a:r>
            <a:rPr lang="en-US" dirty="0" smtClean="0">
              <a:latin typeface="Times New Roman" panose="02020603050405020304" pitchFamily="18" charset="0"/>
              <a:cs typeface="Times New Roman" panose="02020603050405020304" pitchFamily="18" charset="0"/>
            </a:rPr>
            <a:t>API</a:t>
          </a:r>
          <a:endParaRPr lang="en-IN" dirty="0">
            <a:latin typeface="Times New Roman" panose="02020603050405020304" pitchFamily="18" charset="0"/>
            <a:cs typeface="Times New Roman" panose="02020603050405020304" pitchFamily="18" charset="0"/>
          </a:endParaRPr>
        </a:p>
      </dgm:t>
    </dgm:pt>
    <dgm:pt modelId="{799BFEEE-2C7E-48FD-A9B4-4549ACF6741B}" type="parTrans" cxnId="{63F96172-63FD-4D49-92A8-7F60A84F3BB4}">
      <dgm:prSet/>
      <dgm:spPr/>
      <dgm:t>
        <a:bodyPr/>
        <a:lstStyle/>
        <a:p>
          <a:endParaRPr lang="en-IN"/>
        </a:p>
      </dgm:t>
    </dgm:pt>
    <dgm:pt modelId="{D29F71C3-B646-43E2-9EB0-7FB4F86E914E}" type="sibTrans" cxnId="{63F96172-63FD-4D49-92A8-7F60A84F3BB4}">
      <dgm:prSet/>
      <dgm:spPr/>
      <dgm:t>
        <a:bodyPr/>
        <a:lstStyle/>
        <a:p>
          <a:endParaRPr lang="en-IN"/>
        </a:p>
      </dgm:t>
    </dgm:pt>
    <dgm:pt modelId="{8A71D1C6-0109-4A32-8D74-F8BF75FB988E}">
      <dgm:prSet phldrT="[Text]"/>
      <dgm:spPr/>
      <dgm:t>
        <a:bodyPr/>
        <a:lstStyle/>
        <a:p>
          <a:r>
            <a:rPr lang="en-US" dirty="0" smtClean="0">
              <a:latin typeface="Times New Roman" panose="02020603050405020304" pitchFamily="18" charset="0"/>
              <a:cs typeface="Times New Roman" panose="02020603050405020304" pitchFamily="18" charset="0"/>
            </a:rPr>
            <a:t>Google Maps Directions API</a:t>
          </a:r>
          <a:endParaRPr lang="en-IN" dirty="0">
            <a:latin typeface="Times New Roman" panose="02020603050405020304" pitchFamily="18" charset="0"/>
            <a:cs typeface="Times New Roman" panose="02020603050405020304" pitchFamily="18" charset="0"/>
          </a:endParaRPr>
        </a:p>
      </dgm:t>
    </dgm:pt>
    <dgm:pt modelId="{FC3FEBC7-D00D-4A4B-9032-D167E57DF004}" type="parTrans" cxnId="{E65DECE4-2AD3-4277-890F-B944255EECE8}">
      <dgm:prSet/>
      <dgm:spPr/>
      <dgm:t>
        <a:bodyPr/>
        <a:lstStyle/>
        <a:p>
          <a:endParaRPr lang="en-IN"/>
        </a:p>
      </dgm:t>
    </dgm:pt>
    <dgm:pt modelId="{0847AA19-CC5D-4F80-83F1-715DAA65FC0E}" type="sibTrans" cxnId="{E65DECE4-2AD3-4277-890F-B944255EECE8}">
      <dgm:prSet/>
      <dgm:spPr/>
      <dgm:t>
        <a:bodyPr/>
        <a:lstStyle/>
        <a:p>
          <a:endParaRPr lang="en-IN"/>
        </a:p>
      </dgm:t>
    </dgm:pt>
    <dgm:pt modelId="{95C69526-B655-494F-87AF-C5973352D9EF}">
      <dgm:prSet phldrT="[Text]"/>
      <dgm:spPr/>
      <dgm:t>
        <a:bodyPr/>
        <a:lstStyle/>
        <a:p>
          <a:r>
            <a:rPr lang="en-US" dirty="0" smtClean="0">
              <a:latin typeface="Times New Roman" panose="02020603050405020304" pitchFamily="18" charset="0"/>
              <a:cs typeface="Times New Roman" panose="02020603050405020304" pitchFamily="18" charset="0"/>
            </a:rPr>
            <a:t>Traffic API</a:t>
          </a:r>
          <a:endParaRPr lang="en-IN" dirty="0">
            <a:latin typeface="Times New Roman" panose="02020603050405020304" pitchFamily="18" charset="0"/>
            <a:cs typeface="Times New Roman" panose="02020603050405020304" pitchFamily="18" charset="0"/>
          </a:endParaRPr>
        </a:p>
      </dgm:t>
    </dgm:pt>
    <dgm:pt modelId="{DF9CFF9C-8E2C-496F-92F4-E6869DE370CD}" type="parTrans" cxnId="{FEE29F83-F9E8-4677-8D84-822CA256E8CF}">
      <dgm:prSet/>
      <dgm:spPr/>
      <dgm:t>
        <a:bodyPr/>
        <a:lstStyle/>
        <a:p>
          <a:endParaRPr lang="en-IN"/>
        </a:p>
      </dgm:t>
    </dgm:pt>
    <dgm:pt modelId="{02692B08-C656-428E-9C0F-DC164ED81D3E}" type="sibTrans" cxnId="{FEE29F83-F9E8-4677-8D84-822CA256E8CF}">
      <dgm:prSet/>
      <dgm:spPr/>
      <dgm:t>
        <a:bodyPr/>
        <a:lstStyle/>
        <a:p>
          <a:endParaRPr lang="en-IN"/>
        </a:p>
      </dgm:t>
    </dgm:pt>
    <dgm:pt modelId="{F6B1E15C-3ACF-4488-93DD-C9E462C3BE8A}">
      <dgm:prSet phldrT="[Text]"/>
      <dgm:spPr/>
      <dgm:t>
        <a:bodyPr/>
        <a:lstStyle/>
        <a:p>
          <a:r>
            <a:rPr lang="en-US" dirty="0" err="1" smtClean="0">
              <a:latin typeface="Times New Roman" panose="02020603050405020304" pitchFamily="18" charset="0"/>
              <a:cs typeface="Times New Roman" panose="02020603050405020304" pitchFamily="18" charset="0"/>
            </a:rPr>
            <a:t>Springboot</a:t>
          </a:r>
          <a:endParaRPr lang="en-IN" dirty="0">
            <a:latin typeface="Times New Roman" panose="02020603050405020304" pitchFamily="18" charset="0"/>
            <a:cs typeface="Times New Roman" panose="02020603050405020304" pitchFamily="18" charset="0"/>
          </a:endParaRPr>
        </a:p>
      </dgm:t>
    </dgm:pt>
    <dgm:pt modelId="{8B2B9C17-7E73-4286-8FE8-A60346F94105}" type="sibTrans" cxnId="{1BFF0795-3C90-4818-B3FB-1500E888F56A}">
      <dgm:prSet/>
      <dgm:spPr/>
      <dgm:t>
        <a:bodyPr/>
        <a:lstStyle/>
        <a:p>
          <a:endParaRPr lang="en-IN"/>
        </a:p>
      </dgm:t>
    </dgm:pt>
    <dgm:pt modelId="{7C924D3B-C792-4E96-93C9-161A06E52FFE}" type="parTrans" cxnId="{1BFF0795-3C90-4818-B3FB-1500E888F56A}">
      <dgm:prSet/>
      <dgm:spPr/>
      <dgm:t>
        <a:bodyPr/>
        <a:lstStyle/>
        <a:p>
          <a:endParaRPr lang="en-IN"/>
        </a:p>
      </dgm:t>
    </dgm:pt>
    <dgm:pt modelId="{9B00EA3E-B73D-40F5-A666-5A7DB1EDC824}" type="pres">
      <dgm:prSet presAssocID="{37A110E4-7A23-452A-B141-07BF1BBD6979}" presName="linearFlow" presStyleCnt="0">
        <dgm:presLayoutVars>
          <dgm:dir/>
          <dgm:animLvl val="lvl"/>
          <dgm:resizeHandles val="exact"/>
        </dgm:presLayoutVars>
      </dgm:prSet>
      <dgm:spPr/>
    </dgm:pt>
    <dgm:pt modelId="{C264BBB1-E086-4B7C-ABF0-4EFEC03C29AD}" type="pres">
      <dgm:prSet presAssocID="{0B6CFDEE-9455-4480-A5A8-F936F68529DE}" presName="composite" presStyleCnt="0"/>
      <dgm:spPr/>
    </dgm:pt>
    <dgm:pt modelId="{F13AB5EF-5B14-45EB-9F69-52E151AC63A0}" type="pres">
      <dgm:prSet presAssocID="{0B6CFDEE-9455-4480-A5A8-F936F68529DE}" presName="parentText" presStyleLbl="alignNode1" presStyleIdx="0" presStyleCnt="3" custLinFactNeighborY="0">
        <dgm:presLayoutVars>
          <dgm:chMax val="1"/>
          <dgm:bulletEnabled val="1"/>
        </dgm:presLayoutVars>
      </dgm:prSet>
      <dgm:spPr/>
    </dgm:pt>
    <dgm:pt modelId="{7C0B5DD3-5ED8-455D-B3D8-BFA1F8A49945}" type="pres">
      <dgm:prSet presAssocID="{0B6CFDEE-9455-4480-A5A8-F936F68529DE}" presName="descendantText" presStyleLbl="alignAcc1" presStyleIdx="0" presStyleCnt="3" custLinFactNeighborX="0">
        <dgm:presLayoutVars>
          <dgm:bulletEnabled val="1"/>
        </dgm:presLayoutVars>
      </dgm:prSet>
      <dgm:spPr/>
      <dgm:t>
        <a:bodyPr/>
        <a:lstStyle/>
        <a:p>
          <a:endParaRPr lang="en-IN"/>
        </a:p>
      </dgm:t>
    </dgm:pt>
    <dgm:pt modelId="{FD152E90-9F22-48A9-83FC-0712C5A429F4}" type="pres">
      <dgm:prSet presAssocID="{AE5E0B10-7D34-4660-B340-BCCF86A103D7}" presName="sp" presStyleCnt="0"/>
      <dgm:spPr/>
    </dgm:pt>
    <dgm:pt modelId="{A7E15E3B-3C8E-4943-A182-D5C95809CCB4}" type="pres">
      <dgm:prSet presAssocID="{A200A6C0-E41D-4858-AFD2-2810A7495B1A}" presName="composite" presStyleCnt="0"/>
      <dgm:spPr/>
    </dgm:pt>
    <dgm:pt modelId="{C7DCD1D0-9AFB-432E-BEA2-E0DC4DF67F33}" type="pres">
      <dgm:prSet presAssocID="{A200A6C0-E41D-4858-AFD2-2810A7495B1A}" presName="parentText" presStyleLbl="alignNode1" presStyleIdx="1" presStyleCnt="3">
        <dgm:presLayoutVars>
          <dgm:chMax val="1"/>
          <dgm:bulletEnabled val="1"/>
        </dgm:presLayoutVars>
      </dgm:prSet>
      <dgm:spPr/>
    </dgm:pt>
    <dgm:pt modelId="{E8F43AB8-26A5-4485-8FD2-B3B3BE5D0E6D}" type="pres">
      <dgm:prSet presAssocID="{A200A6C0-E41D-4858-AFD2-2810A7495B1A}" presName="descendantText" presStyleLbl="alignAcc1" presStyleIdx="1" presStyleCnt="3">
        <dgm:presLayoutVars>
          <dgm:bulletEnabled val="1"/>
        </dgm:presLayoutVars>
      </dgm:prSet>
      <dgm:spPr/>
      <dgm:t>
        <a:bodyPr/>
        <a:lstStyle/>
        <a:p>
          <a:endParaRPr lang="en-IN"/>
        </a:p>
      </dgm:t>
    </dgm:pt>
    <dgm:pt modelId="{357E846F-F459-4A00-843E-E38D04882D53}" type="pres">
      <dgm:prSet presAssocID="{630FB23F-1268-4FE6-8568-862E889DC8EC}" presName="sp" presStyleCnt="0"/>
      <dgm:spPr/>
    </dgm:pt>
    <dgm:pt modelId="{4AAB9E54-F263-44C9-BBFF-69E07686734C}" type="pres">
      <dgm:prSet presAssocID="{34231824-A29E-4D07-8A41-48E87DE9EC85}" presName="composite" presStyleCnt="0"/>
      <dgm:spPr/>
    </dgm:pt>
    <dgm:pt modelId="{6FB9B552-BC41-4F2E-B0E4-744FB5BB5DD3}" type="pres">
      <dgm:prSet presAssocID="{34231824-A29E-4D07-8A41-48E87DE9EC85}" presName="parentText" presStyleLbl="alignNode1" presStyleIdx="2" presStyleCnt="3" custLinFactNeighborX="54" custLinFactNeighborY="0">
        <dgm:presLayoutVars>
          <dgm:chMax val="1"/>
          <dgm:bulletEnabled val="1"/>
        </dgm:presLayoutVars>
      </dgm:prSet>
      <dgm:spPr/>
      <dgm:t>
        <a:bodyPr/>
        <a:lstStyle/>
        <a:p>
          <a:endParaRPr lang="en-IN"/>
        </a:p>
      </dgm:t>
    </dgm:pt>
    <dgm:pt modelId="{B6F1BCC9-646B-4E59-8E77-C584DE395077}" type="pres">
      <dgm:prSet presAssocID="{34231824-A29E-4D07-8A41-48E87DE9EC85}" presName="descendantText" presStyleLbl="alignAcc1" presStyleIdx="2" presStyleCnt="3" custLinFactNeighborX="0">
        <dgm:presLayoutVars>
          <dgm:bulletEnabled val="1"/>
        </dgm:presLayoutVars>
      </dgm:prSet>
      <dgm:spPr/>
      <dgm:t>
        <a:bodyPr/>
        <a:lstStyle/>
        <a:p>
          <a:endParaRPr lang="en-IN"/>
        </a:p>
      </dgm:t>
    </dgm:pt>
  </dgm:ptLst>
  <dgm:cxnLst>
    <dgm:cxn modelId="{24262D61-8AEF-4424-80D6-BD009B793D64}" type="presOf" srcId="{8A71D1C6-0109-4A32-8D74-F8BF75FB988E}" destId="{B6F1BCC9-646B-4E59-8E77-C584DE395077}" srcOrd="0" destOrd="0" presId="urn:microsoft.com/office/officeart/2005/8/layout/chevron2"/>
    <dgm:cxn modelId="{F4581182-0FE7-4742-B0C4-2A5AB49E6094}" type="presOf" srcId="{0B6CFDEE-9455-4480-A5A8-F936F68529DE}" destId="{F13AB5EF-5B14-45EB-9F69-52E151AC63A0}" srcOrd="0" destOrd="0" presId="urn:microsoft.com/office/officeart/2005/8/layout/chevron2"/>
    <dgm:cxn modelId="{5A06716B-BB69-4E13-AB80-BB2817D2228C}" srcId="{0B6CFDEE-9455-4480-A5A8-F936F68529DE}" destId="{88A396D3-1D44-431C-B53B-0E9F8E7F047D}" srcOrd="0" destOrd="0" parTransId="{BB84252F-5A7A-4541-9D46-98E874CC7AE6}" sibTransId="{118E52E1-5808-4E18-BB4D-ECB3B74676CC}"/>
    <dgm:cxn modelId="{CA4CD596-D45F-4AD6-81E4-58C6E3643A45}" type="presOf" srcId="{37A110E4-7A23-452A-B141-07BF1BBD6979}" destId="{9B00EA3E-B73D-40F5-A666-5A7DB1EDC824}" srcOrd="0" destOrd="0" presId="urn:microsoft.com/office/officeart/2005/8/layout/chevron2"/>
    <dgm:cxn modelId="{E65DECE4-2AD3-4277-890F-B944255EECE8}" srcId="{34231824-A29E-4D07-8A41-48E87DE9EC85}" destId="{8A71D1C6-0109-4A32-8D74-F8BF75FB988E}" srcOrd="0" destOrd="0" parTransId="{FC3FEBC7-D00D-4A4B-9032-D167E57DF004}" sibTransId="{0847AA19-CC5D-4F80-83F1-715DAA65FC0E}"/>
    <dgm:cxn modelId="{19A43D3E-7AC5-4F9E-9A8E-6880EAD2BB24}" srcId="{37A110E4-7A23-452A-B141-07BF1BBD6979}" destId="{A200A6C0-E41D-4858-AFD2-2810A7495B1A}" srcOrd="1" destOrd="0" parTransId="{4B71C8B4-E353-4220-B0B5-F58AC8388F2B}" sibTransId="{630FB23F-1268-4FE6-8568-862E889DC8EC}"/>
    <dgm:cxn modelId="{63260338-4C6D-4384-964F-AC742D12C63A}" type="presOf" srcId="{34231824-A29E-4D07-8A41-48E87DE9EC85}" destId="{6FB9B552-BC41-4F2E-B0E4-744FB5BB5DD3}" srcOrd="0" destOrd="0" presId="urn:microsoft.com/office/officeart/2005/8/layout/chevron2"/>
    <dgm:cxn modelId="{A7DBCA13-DF0E-4E3E-8457-B60EECFA31B2}" type="presOf" srcId="{A200A6C0-E41D-4858-AFD2-2810A7495B1A}" destId="{C7DCD1D0-9AFB-432E-BEA2-E0DC4DF67F33}" srcOrd="0" destOrd="0" presId="urn:microsoft.com/office/officeart/2005/8/layout/chevron2"/>
    <dgm:cxn modelId="{FEE29F83-F9E8-4677-8D84-822CA256E8CF}" srcId="{34231824-A29E-4D07-8A41-48E87DE9EC85}" destId="{95C69526-B655-494F-87AF-C5973352D9EF}" srcOrd="1" destOrd="0" parTransId="{DF9CFF9C-8E2C-496F-92F4-E6869DE370CD}" sibTransId="{02692B08-C656-428E-9C0F-DC164ED81D3E}"/>
    <dgm:cxn modelId="{80732D20-F7DC-4B82-A271-6BA30A78F1ED}" type="presOf" srcId="{95C69526-B655-494F-87AF-C5973352D9EF}" destId="{B6F1BCC9-646B-4E59-8E77-C584DE395077}" srcOrd="0" destOrd="1" presId="urn:microsoft.com/office/officeart/2005/8/layout/chevron2"/>
    <dgm:cxn modelId="{2594B7B6-B146-4913-A956-07822E904357}" type="presOf" srcId="{88A396D3-1D44-431C-B53B-0E9F8E7F047D}" destId="{7C0B5DD3-5ED8-455D-B3D8-BFA1F8A49945}" srcOrd="0" destOrd="0" presId="urn:microsoft.com/office/officeart/2005/8/layout/chevron2"/>
    <dgm:cxn modelId="{108990C4-2C16-44BD-AF44-4C28385ECC0A}" type="presOf" srcId="{F6B1E15C-3ACF-4488-93DD-C9E462C3BE8A}" destId="{E8F43AB8-26A5-4485-8FD2-B3B3BE5D0E6D}" srcOrd="0" destOrd="1" presId="urn:microsoft.com/office/officeart/2005/8/layout/chevron2"/>
    <dgm:cxn modelId="{12A61190-FD10-41D5-81AB-58F0C1B2C5B5}" srcId="{A200A6C0-E41D-4858-AFD2-2810A7495B1A}" destId="{4CE43B19-3156-476F-97BE-A525DD5388BB}" srcOrd="0" destOrd="0" parTransId="{189FB0D4-7D9D-43E2-AE77-6BE38B0A3DD4}" sibTransId="{8A98E1E1-1251-4BFE-985C-3A509A8D20B8}"/>
    <dgm:cxn modelId="{4FBE6795-C061-4104-8CEF-439D183021ED}" srcId="{37A110E4-7A23-452A-B141-07BF1BBD6979}" destId="{0B6CFDEE-9455-4480-A5A8-F936F68529DE}" srcOrd="0" destOrd="0" parTransId="{03231100-05F1-4791-A3FC-A35D6EA0FEBE}" sibTransId="{AE5E0B10-7D34-4660-B340-BCCF86A103D7}"/>
    <dgm:cxn modelId="{1BFF0795-3C90-4818-B3FB-1500E888F56A}" srcId="{A200A6C0-E41D-4858-AFD2-2810A7495B1A}" destId="{F6B1E15C-3ACF-4488-93DD-C9E462C3BE8A}" srcOrd="1" destOrd="0" parTransId="{7C924D3B-C792-4E96-93C9-161A06E52FFE}" sibTransId="{8B2B9C17-7E73-4286-8FE8-A60346F94105}"/>
    <dgm:cxn modelId="{63F96172-63FD-4D49-92A8-7F60A84F3BB4}" srcId="{37A110E4-7A23-452A-B141-07BF1BBD6979}" destId="{34231824-A29E-4D07-8A41-48E87DE9EC85}" srcOrd="2" destOrd="0" parTransId="{799BFEEE-2C7E-48FD-A9B4-4549ACF6741B}" sibTransId="{D29F71C3-B646-43E2-9EB0-7FB4F86E914E}"/>
    <dgm:cxn modelId="{2344805B-3E48-4DA5-84C5-A8C4DD2E13CE}" type="presOf" srcId="{4CE43B19-3156-476F-97BE-A525DD5388BB}" destId="{E8F43AB8-26A5-4485-8FD2-B3B3BE5D0E6D}" srcOrd="0" destOrd="0" presId="urn:microsoft.com/office/officeart/2005/8/layout/chevron2"/>
    <dgm:cxn modelId="{1C50CB33-3C6C-426A-B7B8-59FEF51E5123}" type="presParOf" srcId="{9B00EA3E-B73D-40F5-A666-5A7DB1EDC824}" destId="{C264BBB1-E086-4B7C-ABF0-4EFEC03C29AD}" srcOrd="0" destOrd="0" presId="urn:microsoft.com/office/officeart/2005/8/layout/chevron2"/>
    <dgm:cxn modelId="{E696287D-5C14-4540-85BB-AFCF7B9BC453}" type="presParOf" srcId="{C264BBB1-E086-4B7C-ABF0-4EFEC03C29AD}" destId="{F13AB5EF-5B14-45EB-9F69-52E151AC63A0}" srcOrd="0" destOrd="0" presId="urn:microsoft.com/office/officeart/2005/8/layout/chevron2"/>
    <dgm:cxn modelId="{3576F461-B976-4B55-836C-46EACFF051CB}" type="presParOf" srcId="{C264BBB1-E086-4B7C-ABF0-4EFEC03C29AD}" destId="{7C0B5DD3-5ED8-455D-B3D8-BFA1F8A49945}" srcOrd="1" destOrd="0" presId="urn:microsoft.com/office/officeart/2005/8/layout/chevron2"/>
    <dgm:cxn modelId="{60972A67-07F5-4FAF-91DF-D35A2F2D317B}" type="presParOf" srcId="{9B00EA3E-B73D-40F5-A666-5A7DB1EDC824}" destId="{FD152E90-9F22-48A9-83FC-0712C5A429F4}" srcOrd="1" destOrd="0" presId="urn:microsoft.com/office/officeart/2005/8/layout/chevron2"/>
    <dgm:cxn modelId="{775A8410-451D-4696-BBE0-D407D60C48ED}" type="presParOf" srcId="{9B00EA3E-B73D-40F5-A666-5A7DB1EDC824}" destId="{A7E15E3B-3C8E-4943-A182-D5C95809CCB4}" srcOrd="2" destOrd="0" presId="urn:microsoft.com/office/officeart/2005/8/layout/chevron2"/>
    <dgm:cxn modelId="{FFAB17A8-2B6C-4364-934B-F32975919010}" type="presParOf" srcId="{A7E15E3B-3C8E-4943-A182-D5C95809CCB4}" destId="{C7DCD1D0-9AFB-432E-BEA2-E0DC4DF67F33}" srcOrd="0" destOrd="0" presId="urn:microsoft.com/office/officeart/2005/8/layout/chevron2"/>
    <dgm:cxn modelId="{4FAA337A-C5D7-402E-89B1-1209662A9C6C}" type="presParOf" srcId="{A7E15E3B-3C8E-4943-A182-D5C95809CCB4}" destId="{E8F43AB8-26A5-4485-8FD2-B3B3BE5D0E6D}" srcOrd="1" destOrd="0" presId="urn:microsoft.com/office/officeart/2005/8/layout/chevron2"/>
    <dgm:cxn modelId="{8B1CD80A-1A8B-4003-8361-AF2371C22E10}" type="presParOf" srcId="{9B00EA3E-B73D-40F5-A666-5A7DB1EDC824}" destId="{357E846F-F459-4A00-843E-E38D04882D53}" srcOrd="3" destOrd="0" presId="urn:microsoft.com/office/officeart/2005/8/layout/chevron2"/>
    <dgm:cxn modelId="{4DE60BD6-CAA7-4AA2-AF5B-B73E90221BD9}" type="presParOf" srcId="{9B00EA3E-B73D-40F5-A666-5A7DB1EDC824}" destId="{4AAB9E54-F263-44C9-BBFF-69E07686734C}" srcOrd="4" destOrd="0" presId="urn:microsoft.com/office/officeart/2005/8/layout/chevron2"/>
    <dgm:cxn modelId="{E620956B-523F-48F2-AB41-DEC24C60B706}" type="presParOf" srcId="{4AAB9E54-F263-44C9-BBFF-69E07686734C}" destId="{6FB9B552-BC41-4F2E-B0E4-744FB5BB5DD3}" srcOrd="0" destOrd="0" presId="urn:microsoft.com/office/officeart/2005/8/layout/chevron2"/>
    <dgm:cxn modelId="{8D0BF18B-0094-4B51-AF03-7F34A0CB317F}" type="presParOf" srcId="{4AAB9E54-F263-44C9-BBFF-69E07686734C}" destId="{B6F1BCC9-646B-4E59-8E77-C584DE395077}"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7A110E4-7A23-452A-B141-07BF1BBD6979}"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IN"/>
        </a:p>
      </dgm:t>
    </dgm:pt>
    <dgm:pt modelId="{0B6CFDEE-9455-4480-A5A8-F936F68529DE}">
      <dgm:prSet phldrT="[Text]" custT="1"/>
      <dgm:spPr/>
      <dgm:t>
        <a:bodyPr/>
        <a:lstStyle/>
        <a:p>
          <a:r>
            <a:rPr lang="en-US" sz="1500" dirty="0" smtClean="0">
              <a:latin typeface="Times New Roman" panose="02020603050405020304" pitchFamily="18" charset="0"/>
              <a:cs typeface="Times New Roman" panose="02020603050405020304" pitchFamily="18" charset="0"/>
            </a:rPr>
            <a:t>Database</a:t>
          </a:r>
          <a:endParaRPr lang="en-IN" sz="1500" dirty="0">
            <a:latin typeface="Times New Roman" panose="02020603050405020304" pitchFamily="18" charset="0"/>
            <a:cs typeface="Times New Roman" panose="02020603050405020304" pitchFamily="18" charset="0"/>
          </a:endParaRPr>
        </a:p>
      </dgm:t>
    </dgm:pt>
    <dgm:pt modelId="{03231100-05F1-4791-A3FC-A35D6EA0FEBE}" type="parTrans" cxnId="{4FBE6795-C061-4104-8CEF-439D183021ED}">
      <dgm:prSet/>
      <dgm:spPr/>
      <dgm:t>
        <a:bodyPr/>
        <a:lstStyle/>
        <a:p>
          <a:endParaRPr lang="en-IN"/>
        </a:p>
      </dgm:t>
    </dgm:pt>
    <dgm:pt modelId="{AE5E0B10-7D34-4660-B340-BCCF86A103D7}" type="sibTrans" cxnId="{4FBE6795-C061-4104-8CEF-439D183021ED}">
      <dgm:prSet/>
      <dgm:spPr/>
      <dgm:t>
        <a:bodyPr/>
        <a:lstStyle/>
        <a:p>
          <a:endParaRPr lang="en-IN"/>
        </a:p>
      </dgm:t>
    </dgm:pt>
    <dgm:pt modelId="{88A396D3-1D44-431C-B53B-0E9F8E7F047D}">
      <dgm:prSet phldrT="[Text]" custT="1"/>
      <dgm:spPr/>
      <dgm:t>
        <a:bodyPr/>
        <a:lstStyle/>
        <a:p>
          <a:r>
            <a:rPr lang="en-US" sz="2000" dirty="0" smtClean="0">
              <a:latin typeface="Times New Roman" panose="02020603050405020304" pitchFamily="18" charset="0"/>
              <a:cs typeface="Times New Roman" panose="02020603050405020304" pitchFamily="18" charset="0"/>
            </a:rPr>
            <a:t>MYSQL or</a:t>
          </a:r>
          <a:endParaRPr lang="en-IN" sz="2000" dirty="0">
            <a:latin typeface="Times New Roman" panose="02020603050405020304" pitchFamily="18" charset="0"/>
            <a:cs typeface="Times New Roman" panose="02020603050405020304" pitchFamily="18" charset="0"/>
          </a:endParaRPr>
        </a:p>
      </dgm:t>
    </dgm:pt>
    <dgm:pt modelId="{BB84252F-5A7A-4541-9D46-98E874CC7AE6}" type="parTrans" cxnId="{5A06716B-BB69-4E13-AB80-BB2817D2228C}">
      <dgm:prSet/>
      <dgm:spPr/>
      <dgm:t>
        <a:bodyPr/>
        <a:lstStyle/>
        <a:p>
          <a:endParaRPr lang="en-IN"/>
        </a:p>
      </dgm:t>
    </dgm:pt>
    <dgm:pt modelId="{118E52E1-5808-4E18-BB4D-ECB3B74676CC}" type="sibTrans" cxnId="{5A06716B-BB69-4E13-AB80-BB2817D2228C}">
      <dgm:prSet/>
      <dgm:spPr/>
      <dgm:t>
        <a:bodyPr/>
        <a:lstStyle/>
        <a:p>
          <a:endParaRPr lang="en-IN"/>
        </a:p>
      </dgm:t>
    </dgm:pt>
    <dgm:pt modelId="{A200A6C0-E41D-4858-AFD2-2810A7495B1A}">
      <dgm:prSet phldrT="[Text]" custT="1"/>
      <dgm:spPr/>
      <dgm:t>
        <a:bodyPr/>
        <a:lstStyle/>
        <a:p>
          <a:r>
            <a:rPr lang="en-US" sz="1400" dirty="0" smtClean="0">
              <a:latin typeface="Times New Roman" panose="02020603050405020304" pitchFamily="18" charset="0"/>
              <a:cs typeface="Times New Roman" panose="02020603050405020304" pitchFamily="18" charset="0"/>
            </a:rPr>
            <a:t>AI Module</a:t>
          </a:r>
          <a:endParaRPr lang="en-IN" sz="1400" dirty="0">
            <a:latin typeface="Times New Roman" panose="02020603050405020304" pitchFamily="18" charset="0"/>
            <a:cs typeface="Times New Roman" panose="02020603050405020304" pitchFamily="18" charset="0"/>
          </a:endParaRPr>
        </a:p>
      </dgm:t>
    </dgm:pt>
    <dgm:pt modelId="{4B71C8B4-E353-4220-B0B5-F58AC8388F2B}" type="parTrans" cxnId="{19A43D3E-7AC5-4F9E-9A8E-6880EAD2BB24}">
      <dgm:prSet/>
      <dgm:spPr/>
      <dgm:t>
        <a:bodyPr/>
        <a:lstStyle/>
        <a:p>
          <a:endParaRPr lang="en-IN"/>
        </a:p>
      </dgm:t>
    </dgm:pt>
    <dgm:pt modelId="{630FB23F-1268-4FE6-8568-862E889DC8EC}" type="sibTrans" cxnId="{19A43D3E-7AC5-4F9E-9A8E-6880EAD2BB24}">
      <dgm:prSet/>
      <dgm:spPr/>
      <dgm:t>
        <a:bodyPr/>
        <a:lstStyle/>
        <a:p>
          <a:endParaRPr lang="en-IN"/>
        </a:p>
      </dgm:t>
    </dgm:pt>
    <dgm:pt modelId="{4CE43B19-3156-476F-97BE-A525DD5388BB}">
      <dgm:prSet phldrT="[Text]" custT="1"/>
      <dgm:spPr/>
      <dgm:t>
        <a:bodyPr/>
        <a:lstStyle/>
        <a:p>
          <a:r>
            <a:rPr lang="en-US" sz="2000" dirty="0" smtClean="0">
              <a:latin typeface="Times New Roman" panose="02020603050405020304" pitchFamily="18" charset="0"/>
              <a:cs typeface="Times New Roman" panose="02020603050405020304" pitchFamily="18" charset="0"/>
            </a:rPr>
            <a:t>Speed based model</a:t>
          </a:r>
          <a:endParaRPr lang="en-IN" sz="2000" dirty="0">
            <a:latin typeface="Times New Roman" panose="02020603050405020304" pitchFamily="18" charset="0"/>
            <a:cs typeface="Times New Roman" panose="02020603050405020304" pitchFamily="18" charset="0"/>
          </a:endParaRPr>
        </a:p>
      </dgm:t>
    </dgm:pt>
    <dgm:pt modelId="{189FB0D4-7D9D-43E2-AE77-6BE38B0A3DD4}" type="parTrans" cxnId="{12A61190-FD10-41D5-81AB-58F0C1B2C5B5}">
      <dgm:prSet/>
      <dgm:spPr/>
      <dgm:t>
        <a:bodyPr/>
        <a:lstStyle/>
        <a:p>
          <a:endParaRPr lang="en-IN"/>
        </a:p>
      </dgm:t>
    </dgm:pt>
    <dgm:pt modelId="{8A98E1E1-1251-4BFE-985C-3A509A8D20B8}" type="sibTrans" cxnId="{12A61190-FD10-41D5-81AB-58F0C1B2C5B5}">
      <dgm:prSet/>
      <dgm:spPr/>
      <dgm:t>
        <a:bodyPr/>
        <a:lstStyle/>
        <a:p>
          <a:endParaRPr lang="en-IN"/>
        </a:p>
      </dgm:t>
    </dgm:pt>
    <dgm:pt modelId="{F6B1E15C-3ACF-4488-93DD-C9E462C3BE8A}">
      <dgm:prSet phldrT="[Text]" custT="1"/>
      <dgm:spPr/>
      <dgm:t>
        <a:bodyPr/>
        <a:lstStyle/>
        <a:p>
          <a:r>
            <a:rPr lang="en-US" sz="2000" dirty="0" smtClean="0">
              <a:latin typeface="Times New Roman" panose="02020603050405020304" pitchFamily="18" charset="0"/>
              <a:cs typeface="Times New Roman" panose="02020603050405020304" pitchFamily="18" charset="0"/>
            </a:rPr>
            <a:t>Basic Prediction Engine</a:t>
          </a:r>
          <a:endParaRPr lang="en-IN" sz="2000" dirty="0">
            <a:latin typeface="Times New Roman" panose="02020603050405020304" pitchFamily="18" charset="0"/>
            <a:cs typeface="Times New Roman" panose="02020603050405020304" pitchFamily="18" charset="0"/>
          </a:endParaRPr>
        </a:p>
      </dgm:t>
    </dgm:pt>
    <dgm:pt modelId="{7C924D3B-C792-4E96-93C9-161A06E52FFE}" type="parTrans" cxnId="{1BFF0795-3C90-4818-B3FB-1500E888F56A}">
      <dgm:prSet/>
      <dgm:spPr/>
      <dgm:t>
        <a:bodyPr/>
        <a:lstStyle/>
        <a:p>
          <a:endParaRPr lang="en-IN"/>
        </a:p>
      </dgm:t>
    </dgm:pt>
    <dgm:pt modelId="{8B2B9C17-7E73-4286-8FE8-A60346F94105}" type="sibTrans" cxnId="{1BFF0795-3C90-4818-B3FB-1500E888F56A}">
      <dgm:prSet/>
      <dgm:spPr/>
      <dgm:t>
        <a:bodyPr/>
        <a:lstStyle/>
        <a:p>
          <a:endParaRPr lang="en-IN"/>
        </a:p>
      </dgm:t>
    </dgm:pt>
    <dgm:pt modelId="{66292181-0594-4AAB-9C8C-3D402D8B8C00}">
      <dgm:prSet phldrT="[Text]" custT="1"/>
      <dgm:spPr/>
      <dgm:t>
        <a:bodyPr/>
        <a:lstStyle/>
        <a:p>
          <a:r>
            <a:rPr lang="en-US" sz="2000" dirty="0" smtClean="0">
              <a:latin typeface="Times New Roman" panose="02020603050405020304" pitchFamily="18" charset="0"/>
              <a:cs typeface="Times New Roman" panose="02020603050405020304" pitchFamily="18" charset="0"/>
            </a:rPr>
            <a:t>MongoDB</a:t>
          </a:r>
          <a:endParaRPr lang="en-IN" sz="2000" dirty="0">
            <a:latin typeface="Times New Roman" panose="02020603050405020304" pitchFamily="18" charset="0"/>
            <a:cs typeface="Times New Roman" panose="02020603050405020304" pitchFamily="18" charset="0"/>
          </a:endParaRPr>
        </a:p>
      </dgm:t>
    </dgm:pt>
    <dgm:pt modelId="{51F0E688-C082-4D6B-B015-5581A6F849ED}" type="sibTrans" cxnId="{A6206920-E84E-4BDE-ACC1-01FE84AEEE7B}">
      <dgm:prSet/>
      <dgm:spPr/>
      <dgm:t>
        <a:bodyPr/>
        <a:lstStyle/>
        <a:p>
          <a:endParaRPr lang="en-IN"/>
        </a:p>
      </dgm:t>
    </dgm:pt>
    <dgm:pt modelId="{AA21BCFF-DD62-4429-ABEA-616C0AD7AF05}" type="parTrans" cxnId="{A6206920-E84E-4BDE-ACC1-01FE84AEEE7B}">
      <dgm:prSet/>
      <dgm:spPr/>
      <dgm:t>
        <a:bodyPr/>
        <a:lstStyle/>
        <a:p>
          <a:endParaRPr lang="en-IN"/>
        </a:p>
      </dgm:t>
    </dgm:pt>
    <dgm:pt modelId="{9B00EA3E-B73D-40F5-A666-5A7DB1EDC824}" type="pres">
      <dgm:prSet presAssocID="{37A110E4-7A23-452A-B141-07BF1BBD6979}" presName="linearFlow" presStyleCnt="0">
        <dgm:presLayoutVars>
          <dgm:dir/>
          <dgm:animLvl val="lvl"/>
          <dgm:resizeHandles val="exact"/>
        </dgm:presLayoutVars>
      </dgm:prSet>
      <dgm:spPr/>
    </dgm:pt>
    <dgm:pt modelId="{C264BBB1-E086-4B7C-ABF0-4EFEC03C29AD}" type="pres">
      <dgm:prSet presAssocID="{0B6CFDEE-9455-4480-A5A8-F936F68529DE}" presName="composite" presStyleCnt="0"/>
      <dgm:spPr/>
    </dgm:pt>
    <dgm:pt modelId="{F13AB5EF-5B14-45EB-9F69-52E151AC63A0}" type="pres">
      <dgm:prSet presAssocID="{0B6CFDEE-9455-4480-A5A8-F936F68529DE}" presName="parentText" presStyleLbl="alignNode1" presStyleIdx="0" presStyleCnt="2" custScaleX="102446" custLinFactNeighborX="612" custLinFactNeighborY="610">
        <dgm:presLayoutVars>
          <dgm:chMax val="1"/>
          <dgm:bulletEnabled val="1"/>
        </dgm:presLayoutVars>
      </dgm:prSet>
      <dgm:spPr/>
      <dgm:t>
        <a:bodyPr/>
        <a:lstStyle/>
        <a:p>
          <a:endParaRPr lang="en-IN"/>
        </a:p>
      </dgm:t>
    </dgm:pt>
    <dgm:pt modelId="{7C0B5DD3-5ED8-455D-B3D8-BFA1F8A49945}" type="pres">
      <dgm:prSet presAssocID="{0B6CFDEE-9455-4480-A5A8-F936F68529DE}" presName="descendantText" presStyleLbl="alignAcc1" presStyleIdx="0" presStyleCnt="2" custLinFactNeighborX="0" custLinFactNeighborY="0">
        <dgm:presLayoutVars>
          <dgm:bulletEnabled val="1"/>
        </dgm:presLayoutVars>
      </dgm:prSet>
      <dgm:spPr/>
      <dgm:t>
        <a:bodyPr/>
        <a:lstStyle/>
        <a:p>
          <a:endParaRPr lang="en-IN"/>
        </a:p>
      </dgm:t>
    </dgm:pt>
    <dgm:pt modelId="{FD152E90-9F22-48A9-83FC-0712C5A429F4}" type="pres">
      <dgm:prSet presAssocID="{AE5E0B10-7D34-4660-B340-BCCF86A103D7}" presName="sp" presStyleCnt="0"/>
      <dgm:spPr/>
    </dgm:pt>
    <dgm:pt modelId="{A7E15E3B-3C8E-4943-A182-D5C95809CCB4}" type="pres">
      <dgm:prSet presAssocID="{A200A6C0-E41D-4858-AFD2-2810A7495B1A}" presName="composite" presStyleCnt="0"/>
      <dgm:spPr/>
    </dgm:pt>
    <dgm:pt modelId="{C7DCD1D0-9AFB-432E-BEA2-E0DC4DF67F33}" type="pres">
      <dgm:prSet presAssocID="{A200A6C0-E41D-4858-AFD2-2810A7495B1A}" presName="parentText" presStyleLbl="alignNode1" presStyleIdx="1" presStyleCnt="2" custLinFactNeighborX="612" custLinFactNeighborY="10798">
        <dgm:presLayoutVars>
          <dgm:chMax val="1"/>
          <dgm:bulletEnabled val="1"/>
        </dgm:presLayoutVars>
      </dgm:prSet>
      <dgm:spPr/>
      <dgm:t>
        <a:bodyPr/>
        <a:lstStyle/>
        <a:p>
          <a:endParaRPr lang="en-IN"/>
        </a:p>
      </dgm:t>
    </dgm:pt>
    <dgm:pt modelId="{E8F43AB8-26A5-4485-8FD2-B3B3BE5D0E6D}" type="pres">
      <dgm:prSet presAssocID="{A200A6C0-E41D-4858-AFD2-2810A7495B1A}" presName="descendantText" presStyleLbl="alignAcc1" presStyleIdx="1" presStyleCnt="2" custLinFactNeighborX="101" custLinFactNeighborY="8771">
        <dgm:presLayoutVars>
          <dgm:bulletEnabled val="1"/>
        </dgm:presLayoutVars>
      </dgm:prSet>
      <dgm:spPr/>
      <dgm:t>
        <a:bodyPr/>
        <a:lstStyle/>
        <a:p>
          <a:endParaRPr lang="en-IN"/>
        </a:p>
      </dgm:t>
    </dgm:pt>
  </dgm:ptLst>
  <dgm:cxnLst>
    <dgm:cxn modelId="{4FBE6795-C061-4104-8CEF-439D183021ED}" srcId="{37A110E4-7A23-452A-B141-07BF1BBD6979}" destId="{0B6CFDEE-9455-4480-A5A8-F936F68529DE}" srcOrd="0" destOrd="0" parTransId="{03231100-05F1-4791-A3FC-A35D6EA0FEBE}" sibTransId="{AE5E0B10-7D34-4660-B340-BCCF86A103D7}"/>
    <dgm:cxn modelId="{D2F24920-5293-4EAA-85B9-5EAAD785402F}" type="presOf" srcId="{66292181-0594-4AAB-9C8C-3D402D8B8C00}" destId="{7C0B5DD3-5ED8-455D-B3D8-BFA1F8A49945}" srcOrd="0" destOrd="1" presId="urn:microsoft.com/office/officeart/2005/8/layout/chevron2"/>
    <dgm:cxn modelId="{19A43D3E-7AC5-4F9E-9A8E-6880EAD2BB24}" srcId="{37A110E4-7A23-452A-B141-07BF1BBD6979}" destId="{A200A6C0-E41D-4858-AFD2-2810A7495B1A}" srcOrd="1" destOrd="0" parTransId="{4B71C8B4-E353-4220-B0B5-F58AC8388F2B}" sibTransId="{630FB23F-1268-4FE6-8568-862E889DC8EC}"/>
    <dgm:cxn modelId="{F421E309-DB1F-438C-B034-F9E56C2E8B9B}" type="presOf" srcId="{A200A6C0-E41D-4858-AFD2-2810A7495B1A}" destId="{C7DCD1D0-9AFB-432E-BEA2-E0DC4DF67F33}" srcOrd="0" destOrd="0" presId="urn:microsoft.com/office/officeart/2005/8/layout/chevron2"/>
    <dgm:cxn modelId="{5A06716B-BB69-4E13-AB80-BB2817D2228C}" srcId="{0B6CFDEE-9455-4480-A5A8-F936F68529DE}" destId="{88A396D3-1D44-431C-B53B-0E9F8E7F047D}" srcOrd="0" destOrd="0" parTransId="{BB84252F-5A7A-4541-9D46-98E874CC7AE6}" sibTransId="{118E52E1-5808-4E18-BB4D-ECB3B74676CC}"/>
    <dgm:cxn modelId="{A6206920-E84E-4BDE-ACC1-01FE84AEEE7B}" srcId="{0B6CFDEE-9455-4480-A5A8-F936F68529DE}" destId="{66292181-0594-4AAB-9C8C-3D402D8B8C00}" srcOrd="1" destOrd="0" parTransId="{AA21BCFF-DD62-4429-ABEA-616C0AD7AF05}" sibTransId="{51F0E688-C082-4D6B-B015-5581A6F849ED}"/>
    <dgm:cxn modelId="{12A61190-FD10-41D5-81AB-58F0C1B2C5B5}" srcId="{A200A6C0-E41D-4858-AFD2-2810A7495B1A}" destId="{4CE43B19-3156-476F-97BE-A525DD5388BB}" srcOrd="0" destOrd="0" parTransId="{189FB0D4-7D9D-43E2-AE77-6BE38B0A3DD4}" sibTransId="{8A98E1E1-1251-4BFE-985C-3A509A8D20B8}"/>
    <dgm:cxn modelId="{50ED324F-416E-478B-9741-6BAA1ACB3C0E}" type="presOf" srcId="{37A110E4-7A23-452A-B141-07BF1BBD6979}" destId="{9B00EA3E-B73D-40F5-A666-5A7DB1EDC824}" srcOrd="0" destOrd="0" presId="urn:microsoft.com/office/officeart/2005/8/layout/chevron2"/>
    <dgm:cxn modelId="{F3585235-827C-4BF5-83A7-89FC638F5733}" type="presOf" srcId="{F6B1E15C-3ACF-4488-93DD-C9E462C3BE8A}" destId="{E8F43AB8-26A5-4485-8FD2-B3B3BE5D0E6D}" srcOrd="0" destOrd="1" presId="urn:microsoft.com/office/officeart/2005/8/layout/chevron2"/>
    <dgm:cxn modelId="{0AA642C4-E1D3-4BC0-8D95-900438034129}" type="presOf" srcId="{0B6CFDEE-9455-4480-A5A8-F936F68529DE}" destId="{F13AB5EF-5B14-45EB-9F69-52E151AC63A0}" srcOrd="0" destOrd="0" presId="urn:microsoft.com/office/officeart/2005/8/layout/chevron2"/>
    <dgm:cxn modelId="{B12E185A-2820-4D54-A0E4-35DF9F279B3E}" type="presOf" srcId="{88A396D3-1D44-431C-B53B-0E9F8E7F047D}" destId="{7C0B5DD3-5ED8-455D-B3D8-BFA1F8A49945}" srcOrd="0" destOrd="0" presId="urn:microsoft.com/office/officeart/2005/8/layout/chevron2"/>
    <dgm:cxn modelId="{1BFF0795-3C90-4818-B3FB-1500E888F56A}" srcId="{A200A6C0-E41D-4858-AFD2-2810A7495B1A}" destId="{F6B1E15C-3ACF-4488-93DD-C9E462C3BE8A}" srcOrd="1" destOrd="0" parTransId="{7C924D3B-C792-4E96-93C9-161A06E52FFE}" sibTransId="{8B2B9C17-7E73-4286-8FE8-A60346F94105}"/>
    <dgm:cxn modelId="{5D35DB0A-9158-49A6-AB99-CF6C734FF7D1}" type="presOf" srcId="{4CE43B19-3156-476F-97BE-A525DD5388BB}" destId="{E8F43AB8-26A5-4485-8FD2-B3B3BE5D0E6D}" srcOrd="0" destOrd="0" presId="urn:microsoft.com/office/officeart/2005/8/layout/chevron2"/>
    <dgm:cxn modelId="{C9D5AA6A-9B94-43A1-B2FB-2909261CC34C}" type="presParOf" srcId="{9B00EA3E-B73D-40F5-A666-5A7DB1EDC824}" destId="{C264BBB1-E086-4B7C-ABF0-4EFEC03C29AD}" srcOrd="0" destOrd="0" presId="urn:microsoft.com/office/officeart/2005/8/layout/chevron2"/>
    <dgm:cxn modelId="{6AFB0FC4-2A37-47E8-9F9D-418F7A025F10}" type="presParOf" srcId="{C264BBB1-E086-4B7C-ABF0-4EFEC03C29AD}" destId="{F13AB5EF-5B14-45EB-9F69-52E151AC63A0}" srcOrd="0" destOrd="0" presId="urn:microsoft.com/office/officeart/2005/8/layout/chevron2"/>
    <dgm:cxn modelId="{AD20882C-853C-409E-ABCE-99C073E0445C}" type="presParOf" srcId="{C264BBB1-E086-4B7C-ABF0-4EFEC03C29AD}" destId="{7C0B5DD3-5ED8-455D-B3D8-BFA1F8A49945}" srcOrd="1" destOrd="0" presId="urn:microsoft.com/office/officeart/2005/8/layout/chevron2"/>
    <dgm:cxn modelId="{0317804D-584C-4FE0-81A1-04B293EFBAF4}" type="presParOf" srcId="{9B00EA3E-B73D-40F5-A666-5A7DB1EDC824}" destId="{FD152E90-9F22-48A9-83FC-0712C5A429F4}" srcOrd="1" destOrd="0" presId="urn:microsoft.com/office/officeart/2005/8/layout/chevron2"/>
    <dgm:cxn modelId="{084003DB-915B-4C12-B723-FB94A0CEE3EE}" type="presParOf" srcId="{9B00EA3E-B73D-40F5-A666-5A7DB1EDC824}" destId="{A7E15E3B-3C8E-4943-A182-D5C95809CCB4}" srcOrd="2" destOrd="0" presId="urn:microsoft.com/office/officeart/2005/8/layout/chevron2"/>
    <dgm:cxn modelId="{8312F4F0-D0F2-4711-B6A0-EBA99B2BB5A8}" type="presParOf" srcId="{A7E15E3B-3C8E-4943-A182-D5C95809CCB4}" destId="{C7DCD1D0-9AFB-432E-BEA2-E0DC4DF67F33}" srcOrd="0" destOrd="0" presId="urn:microsoft.com/office/officeart/2005/8/layout/chevron2"/>
    <dgm:cxn modelId="{B4D0021A-14B5-4A90-B52F-B9F66A2E74FC}" type="presParOf" srcId="{A7E15E3B-3C8E-4943-A182-D5C95809CCB4}" destId="{E8F43AB8-26A5-4485-8FD2-B3B3BE5D0E6D}" srcOrd="1" destOrd="0" presId="urn:microsoft.com/office/officeart/2005/8/layout/chevron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EEF922-8960-4919-B496-F850B33BB84C}">
      <dsp:nvSpPr>
        <dsp:cNvPr id="0" name=""/>
        <dsp:cNvSpPr/>
      </dsp:nvSpPr>
      <dsp:spPr>
        <a:xfrm>
          <a:off x="298608" y="2496"/>
          <a:ext cx="2956619" cy="177397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IN" sz="2800" kern="1200" dirty="0" smtClean="0">
              <a:latin typeface="Times New Roman" panose="02020603050405020304" pitchFamily="18" charset="0"/>
              <a:cs typeface="Times New Roman" panose="02020603050405020304" pitchFamily="18" charset="0"/>
            </a:rPr>
            <a:t>Real-time traffic visualization</a:t>
          </a:r>
          <a:endParaRPr lang="en-IN" sz="2800" kern="1200" dirty="0">
            <a:latin typeface="Times New Roman" panose="02020603050405020304" pitchFamily="18" charset="0"/>
            <a:cs typeface="Times New Roman" panose="02020603050405020304" pitchFamily="18" charset="0"/>
          </a:endParaRPr>
        </a:p>
      </dsp:txBody>
      <dsp:txXfrm>
        <a:off x="298608" y="2496"/>
        <a:ext cx="2956619" cy="1773971"/>
      </dsp:txXfrm>
    </dsp:sp>
    <dsp:sp modelId="{0AB5FA3D-A32D-45CC-928C-95BF36308D67}">
      <dsp:nvSpPr>
        <dsp:cNvPr id="0" name=""/>
        <dsp:cNvSpPr/>
      </dsp:nvSpPr>
      <dsp:spPr>
        <a:xfrm>
          <a:off x="3550890" y="2496"/>
          <a:ext cx="2956619" cy="177397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IN" sz="2800" kern="1200" dirty="0" smtClean="0">
              <a:latin typeface="Times New Roman" panose="02020603050405020304" pitchFamily="18" charset="0"/>
              <a:cs typeface="Times New Roman" panose="02020603050405020304" pitchFamily="18" charset="0"/>
            </a:rPr>
            <a:t>AI-based congestion prediction</a:t>
          </a:r>
          <a:endParaRPr lang="en-IN" sz="2800" kern="1200" dirty="0">
            <a:latin typeface="Times New Roman" panose="02020603050405020304" pitchFamily="18" charset="0"/>
            <a:cs typeface="Times New Roman" panose="02020603050405020304" pitchFamily="18" charset="0"/>
          </a:endParaRPr>
        </a:p>
      </dsp:txBody>
      <dsp:txXfrm>
        <a:off x="3550890" y="2496"/>
        <a:ext cx="2956619" cy="1773971"/>
      </dsp:txXfrm>
    </dsp:sp>
    <dsp:sp modelId="{DCFBD78F-5663-472E-9B62-EEF5269497E6}">
      <dsp:nvSpPr>
        <dsp:cNvPr id="0" name=""/>
        <dsp:cNvSpPr/>
      </dsp:nvSpPr>
      <dsp:spPr>
        <a:xfrm>
          <a:off x="6803171" y="2496"/>
          <a:ext cx="2956619" cy="177397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IN" sz="2800" kern="1200" dirty="0" smtClean="0">
              <a:latin typeface="Times New Roman" panose="02020603050405020304" pitchFamily="18" charset="0"/>
              <a:cs typeface="Times New Roman" panose="02020603050405020304" pitchFamily="18" charset="0"/>
            </a:rPr>
            <a:t>Best and a</a:t>
          </a:r>
          <a:r>
            <a:rPr lang="en-IN" sz="2800" kern="1200" dirty="0" smtClean="0">
              <a:latin typeface="Times New Roman" panose="02020603050405020304" pitchFamily="18" charset="0"/>
              <a:cs typeface="Times New Roman" panose="02020603050405020304" pitchFamily="18" charset="0"/>
            </a:rPr>
            <a:t>lternate route </a:t>
          </a:r>
          <a:r>
            <a:rPr lang="en-IN" sz="2800" kern="1200" dirty="0" smtClean="0">
              <a:latin typeface="Times New Roman" panose="02020603050405020304" pitchFamily="18" charset="0"/>
              <a:cs typeface="Times New Roman" panose="02020603050405020304" pitchFamily="18" charset="0"/>
            </a:rPr>
            <a:t>recommendation</a:t>
          </a:r>
        </a:p>
      </dsp:txBody>
      <dsp:txXfrm>
        <a:off x="6803171" y="2496"/>
        <a:ext cx="2956619" cy="1773971"/>
      </dsp:txXfrm>
    </dsp:sp>
    <dsp:sp modelId="{3630BF7E-5BED-455E-B83B-50047CDA1942}">
      <dsp:nvSpPr>
        <dsp:cNvPr id="0" name=""/>
        <dsp:cNvSpPr/>
      </dsp:nvSpPr>
      <dsp:spPr>
        <a:xfrm>
          <a:off x="1924749" y="2072130"/>
          <a:ext cx="2956619" cy="177397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latin typeface="Times New Roman" panose="02020603050405020304" pitchFamily="18" charset="0"/>
              <a:cs typeface="Times New Roman" panose="02020603050405020304" pitchFamily="18" charset="0"/>
            </a:rPr>
            <a:t>Admin panel for delivery monitoring</a:t>
          </a:r>
          <a:endParaRPr lang="en-IN" sz="2800" kern="1200" dirty="0">
            <a:latin typeface="Times New Roman" panose="02020603050405020304" pitchFamily="18" charset="0"/>
            <a:cs typeface="Times New Roman" panose="02020603050405020304" pitchFamily="18" charset="0"/>
          </a:endParaRPr>
        </a:p>
      </dsp:txBody>
      <dsp:txXfrm>
        <a:off x="1924749" y="2072130"/>
        <a:ext cx="2956619" cy="1773971"/>
      </dsp:txXfrm>
    </dsp:sp>
    <dsp:sp modelId="{1F1321B6-A294-4FE2-859B-C5FE214B44C8}">
      <dsp:nvSpPr>
        <dsp:cNvPr id="0" name=""/>
        <dsp:cNvSpPr/>
      </dsp:nvSpPr>
      <dsp:spPr>
        <a:xfrm>
          <a:off x="5177030" y="2072130"/>
          <a:ext cx="2956619" cy="177397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latin typeface="Times New Roman" panose="02020603050405020304" pitchFamily="18" charset="0"/>
              <a:cs typeface="Times New Roman" panose="02020603050405020304" pitchFamily="18" charset="0"/>
            </a:rPr>
            <a:t>Driver dashboard with map view</a:t>
          </a:r>
          <a:endParaRPr lang="en-IN" sz="2800" kern="1200" dirty="0">
            <a:latin typeface="Times New Roman" panose="02020603050405020304" pitchFamily="18" charset="0"/>
            <a:cs typeface="Times New Roman" panose="02020603050405020304" pitchFamily="18" charset="0"/>
          </a:endParaRPr>
        </a:p>
      </dsp:txBody>
      <dsp:txXfrm>
        <a:off x="5177030" y="2072130"/>
        <a:ext cx="2956619" cy="177397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3AB5EF-5B14-45EB-9F69-52E151AC63A0}">
      <dsp:nvSpPr>
        <dsp:cNvPr id="0" name=""/>
        <dsp:cNvSpPr/>
      </dsp:nvSpPr>
      <dsp:spPr>
        <a:xfrm rot="5400000">
          <a:off x="-153797" y="154325"/>
          <a:ext cx="1025314" cy="717719"/>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lvl="0" algn="ctr" defTabSz="666750">
            <a:lnSpc>
              <a:spcPct val="90000"/>
            </a:lnSpc>
            <a:spcBef>
              <a:spcPct val="0"/>
            </a:spcBef>
            <a:spcAft>
              <a:spcPct val="35000"/>
            </a:spcAft>
          </a:pPr>
          <a:r>
            <a:rPr lang="en-US" sz="1500" kern="1200" dirty="0" smtClean="0">
              <a:latin typeface="Times New Roman" panose="02020603050405020304" pitchFamily="18" charset="0"/>
              <a:cs typeface="Times New Roman" panose="02020603050405020304" pitchFamily="18" charset="0"/>
            </a:rPr>
            <a:t>Frontend</a:t>
          </a:r>
          <a:endParaRPr lang="en-IN" sz="1500" kern="1200" dirty="0">
            <a:latin typeface="Times New Roman" panose="02020603050405020304" pitchFamily="18" charset="0"/>
            <a:cs typeface="Times New Roman" panose="02020603050405020304" pitchFamily="18" charset="0"/>
          </a:endParaRPr>
        </a:p>
      </dsp:txBody>
      <dsp:txXfrm rot="-5400000">
        <a:off x="1" y="359388"/>
        <a:ext cx="717719" cy="307595"/>
      </dsp:txXfrm>
    </dsp:sp>
    <dsp:sp modelId="{7C0B5DD3-5ED8-455D-B3D8-BFA1F8A49945}">
      <dsp:nvSpPr>
        <dsp:cNvPr id="0" name=""/>
        <dsp:cNvSpPr/>
      </dsp:nvSpPr>
      <dsp:spPr>
        <a:xfrm rot="5400000">
          <a:off x="2668843" y="-1950595"/>
          <a:ext cx="666454" cy="4568701"/>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smtClean="0">
              <a:latin typeface="Times New Roman" panose="02020603050405020304" pitchFamily="18" charset="0"/>
              <a:cs typeface="Times New Roman" panose="02020603050405020304" pitchFamily="18" charset="0"/>
            </a:rPr>
            <a:t>React (HTML, CSS &amp; JS)</a:t>
          </a:r>
          <a:endParaRPr lang="en-IN" sz="2000" kern="1200" dirty="0">
            <a:latin typeface="Times New Roman" panose="02020603050405020304" pitchFamily="18" charset="0"/>
            <a:cs typeface="Times New Roman" panose="02020603050405020304" pitchFamily="18" charset="0"/>
          </a:endParaRPr>
        </a:p>
      </dsp:txBody>
      <dsp:txXfrm rot="-5400000">
        <a:off x="717720" y="33062"/>
        <a:ext cx="4536167" cy="601386"/>
      </dsp:txXfrm>
    </dsp:sp>
    <dsp:sp modelId="{C7DCD1D0-9AFB-432E-BEA2-E0DC4DF67F33}">
      <dsp:nvSpPr>
        <dsp:cNvPr id="0" name=""/>
        <dsp:cNvSpPr/>
      </dsp:nvSpPr>
      <dsp:spPr>
        <a:xfrm rot="5400000">
          <a:off x="-153797" y="973528"/>
          <a:ext cx="1025314" cy="717719"/>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lvl="0" algn="ctr" defTabSz="666750">
            <a:lnSpc>
              <a:spcPct val="90000"/>
            </a:lnSpc>
            <a:spcBef>
              <a:spcPct val="0"/>
            </a:spcBef>
            <a:spcAft>
              <a:spcPct val="35000"/>
            </a:spcAft>
          </a:pPr>
          <a:r>
            <a:rPr lang="en-US" sz="1500" kern="1200" dirty="0" smtClean="0">
              <a:latin typeface="Times New Roman" panose="02020603050405020304" pitchFamily="18" charset="0"/>
              <a:cs typeface="Times New Roman" panose="02020603050405020304" pitchFamily="18" charset="0"/>
            </a:rPr>
            <a:t>Backend</a:t>
          </a:r>
          <a:endParaRPr lang="en-IN" sz="1500" kern="1200" dirty="0">
            <a:latin typeface="Times New Roman" panose="02020603050405020304" pitchFamily="18" charset="0"/>
            <a:cs typeface="Times New Roman" panose="02020603050405020304" pitchFamily="18" charset="0"/>
          </a:endParaRPr>
        </a:p>
      </dsp:txBody>
      <dsp:txXfrm rot="-5400000">
        <a:off x="1" y="1178591"/>
        <a:ext cx="717719" cy="307595"/>
      </dsp:txXfrm>
    </dsp:sp>
    <dsp:sp modelId="{E8F43AB8-26A5-4485-8FD2-B3B3BE5D0E6D}">
      <dsp:nvSpPr>
        <dsp:cNvPr id="0" name=""/>
        <dsp:cNvSpPr/>
      </dsp:nvSpPr>
      <dsp:spPr>
        <a:xfrm rot="5400000">
          <a:off x="2668843" y="-1131392"/>
          <a:ext cx="666454" cy="4568701"/>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smtClean="0">
              <a:latin typeface="Times New Roman" panose="02020603050405020304" pitchFamily="18" charset="0"/>
              <a:cs typeface="Times New Roman" panose="02020603050405020304" pitchFamily="18" charset="0"/>
            </a:rPr>
            <a:t>Node </a:t>
          </a:r>
          <a:r>
            <a:rPr lang="en-US" sz="2000" kern="1200" smtClean="0">
              <a:latin typeface="Times New Roman" panose="02020603050405020304" pitchFamily="18" charset="0"/>
              <a:cs typeface="Times New Roman" panose="02020603050405020304" pitchFamily="18" charset="0"/>
            </a:rPr>
            <a:t>JS or</a:t>
          </a:r>
          <a:endParaRPr lang="en-IN" sz="2000" kern="1200" dirty="0">
            <a:latin typeface="Times New Roman" panose="02020603050405020304" pitchFamily="18" charset="0"/>
            <a:cs typeface="Times New Roman" panose="02020603050405020304" pitchFamily="18" charset="0"/>
          </a:endParaRPr>
        </a:p>
        <a:p>
          <a:pPr marL="228600" lvl="1" indent="-228600" algn="l" defTabSz="889000">
            <a:lnSpc>
              <a:spcPct val="90000"/>
            </a:lnSpc>
            <a:spcBef>
              <a:spcPct val="0"/>
            </a:spcBef>
            <a:spcAft>
              <a:spcPct val="15000"/>
            </a:spcAft>
            <a:buChar char="••"/>
          </a:pPr>
          <a:r>
            <a:rPr lang="en-US" sz="2000" kern="1200" dirty="0" err="1" smtClean="0">
              <a:latin typeface="Times New Roman" panose="02020603050405020304" pitchFamily="18" charset="0"/>
              <a:cs typeface="Times New Roman" panose="02020603050405020304" pitchFamily="18" charset="0"/>
            </a:rPr>
            <a:t>Springboot</a:t>
          </a:r>
          <a:endParaRPr lang="en-IN" sz="2000" kern="1200" dirty="0">
            <a:latin typeface="Times New Roman" panose="02020603050405020304" pitchFamily="18" charset="0"/>
            <a:cs typeface="Times New Roman" panose="02020603050405020304" pitchFamily="18" charset="0"/>
          </a:endParaRPr>
        </a:p>
      </dsp:txBody>
      <dsp:txXfrm rot="-5400000">
        <a:off x="717720" y="852265"/>
        <a:ext cx="4536167" cy="601386"/>
      </dsp:txXfrm>
    </dsp:sp>
    <dsp:sp modelId="{6FB9B552-BC41-4F2E-B0E4-744FB5BB5DD3}">
      <dsp:nvSpPr>
        <dsp:cNvPr id="0" name=""/>
        <dsp:cNvSpPr/>
      </dsp:nvSpPr>
      <dsp:spPr>
        <a:xfrm rot="5400000">
          <a:off x="-153409" y="1792730"/>
          <a:ext cx="1025314" cy="717719"/>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lvl="0" algn="ctr" defTabSz="666750">
            <a:lnSpc>
              <a:spcPct val="90000"/>
            </a:lnSpc>
            <a:spcBef>
              <a:spcPct val="0"/>
            </a:spcBef>
            <a:spcAft>
              <a:spcPct val="35000"/>
            </a:spcAft>
          </a:pPr>
          <a:r>
            <a:rPr lang="en-US" sz="1500" kern="1200" dirty="0" smtClean="0">
              <a:latin typeface="Times New Roman" panose="02020603050405020304" pitchFamily="18" charset="0"/>
              <a:cs typeface="Times New Roman" panose="02020603050405020304" pitchFamily="18" charset="0"/>
            </a:rPr>
            <a:t>API</a:t>
          </a:r>
          <a:endParaRPr lang="en-IN" sz="1500" kern="1200" dirty="0">
            <a:latin typeface="Times New Roman" panose="02020603050405020304" pitchFamily="18" charset="0"/>
            <a:cs typeface="Times New Roman" panose="02020603050405020304" pitchFamily="18" charset="0"/>
          </a:endParaRPr>
        </a:p>
      </dsp:txBody>
      <dsp:txXfrm rot="-5400000">
        <a:off x="389" y="1997793"/>
        <a:ext cx="717719" cy="307595"/>
      </dsp:txXfrm>
    </dsp:sp>
    <dsp:sp modelId="{B6F1BCC9-646B-4E59-8E77-C584DE395077}">
      <dsp:nvSpPr>
        <dsp:cNvPr id="0" name=""/>
        <dsp:cNvSpPr/>
      </dsp:nvSpPr>
      <dsp:spPr>
        <a:xfrm rot="5400000">
          <a:off x="2668843" y="-312189"/>
          <a:ext cx="666454" cy="4568701"/>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smtClean="0">
              <a:latin typeface="Times New Roman" panose="02020603050405020304" pitchFamily="18" charset="0"/>
              <a:cs typeface="Times New Roman" panose="02020603050405020304" pitchFamily="18" charset="0"/>
            </a:rPr>
            <a:t>Google Maps Directions API</a:t>
          </a:r>
          <a:endParaRPr lang="en-IN" sz="2000" kern="1200" dirty="0">
            <a:latin typeface="Times New Roman" panose="02020603050405020304" pitchFamily="18" charset="0"/>
            <a:cs typeface="Times New Roman" panose="02020603050405020304" pitchFamily="18" charset="0"/>
          </a:endParaRPr>
        </a:p>
        <a:p>
          <a:pPr marL="228600" lvl="1" indent="-228600" algn="l" defTabSz="889000">
            <a:lnSpc>
              <a:spcPct val="90000"/>
            </a:lnSpc>
            <a:spcBef>
              <a:spcPct val="0"/>
            </a:spcBef>
            <a:spcAft>
              <a:spcPct val="15000"/>
            </a:spcAft>
            <a:buChar char="••"/>
          </a:pPr>
          <a:r>
            <a:rPr lang="en-US" sz="2000" kern="1200" dirty="0" smtClean="0">
              <a:latin typeface="Times New Roman" panose="02020603050405020304" pitchFamily="18" charset="0"/>
              <a:cs typeface="Times New Roman" panose="02020603050405020304" pitchFamily="18" charset="0"/>
            </a:rPr>
            <a:t>Traffic API</a:t>
          </a:r>
          <a:endParaRPr lang="en-IN" sz="2000" kern="1200" dirty="0">
            <a:latin typeface="Times New Roman" panose="02020603050405020304" pitchFamily="18" charset="0"/>
            <a:cs typeface="Times New Roman" panose="02020603050405020304" pitchFamily="18" charset="0"/>
          </a:endParaRPr>
        </a:p>
      </dsp:txBody>
      <dsp:txXfrm rot="-5400000">
        <a:off x="717720" y="1671468"/>
        <a:ext cx="4536167" cy="60138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3AB5EF-5B14-45EB-9F69-52E151AC63A0}">
      <dsp:nvSpPr>
        <dsp:cNvPr id="0" name=""/>
        <dsp:cNvSpPr/>
      </dsp:nvSpPr>
      <dsp:spPr>
        <a:xfrm rot="5400000">
          <a:off x="-156129" y="163951"/>
          <a:ext cx="1103889" cy="791623"/>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lvl="0" algn="ctr" defTabSz="666750">
            <a:lnSpc>
              <a:spcPct val="90000"/>
            </a:lnSpc>
            <a:spcBef>
              <a:spcPct val="0"/>
            </a:spcBef>
            <a:spcAft>
              <a:spcPct val="35000"/>
            </a:spcAft>
          </a:pPr>
          <a:r>
            <a:rPr lang="en-US" sz="1500" kern="1200" dirty="0" smtClean="0">
              <a:latin typeface="Times New Roman" panose="02020603050405020304" pitchFamily="18" charset="0"/>
              <a:cs typeface="Times New Roman" panose="02020603050405020304" pitchFamily="18" charset="0"/>
            </a:rPr>
            <a:t>Database</a:t>
          </a:r>
          <a:endParaRPr lang="en-IN" sz="1500" kern="1200" dirty="0">
            <a:latin typeface="Times New Roman" panose="02020603050405020304" pitchFamily="18" charset="0"/>
            <a:cs typeface="Times New Roman" panose="02020603050405020304" pitchFamily="18" charset="0"/>
          </a:endParaRPr>
        </a:p>
      </dsp:txBody>
      <dsp:txXfrm rot="-5400000">
        <a:off x="5" y="403630"/>
        <a:ext cx="791623" cy="312266"/>
      </dsp:txXfrm>
    </dsp:sp>
    <dsp:sp modelId="{7C0B5DD3-5ED8-455D-B3D8-BFA1F8A49945}">
      <dsp:nvSpPr>
        <dsp:cNvPr id="0" name=""/>
        <dsp:cNvSpPr/>
      </dsp:nvSpPr>
      <dsp:spPr>
        <a:xfrm rot="5400000">
          <a:off x="2675532" y="-1897000"/>
          <a:ext cx="717527" cy="4513698"/>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smtClean="0">
              <a:latin typeface="Times New Roman" panose="02020603050405020304" pitchFamily="18" charset="0"/>
              <a:cs typeface="Times New Roman" panose="02020603050405020304" pitchFamily="18" charset="0"/>
            </a:rPr>
            <a:t>MYSQL or</a:t>
          </a:r>
          <a:endParaRPr lang="en-IN" sz="2000" kern="1200" dirty="0">
            <a:latin typeface="Times New Roman" panose="02020603050405020304" pitchFamily="18" charset="0"/>
            <a:cs typeface="Times New Roman" panose="02020603050405020304" pitchFamily="18" charset="0"/>
          </a:endParaRPr>
        </a:p>
        <a:p>
          <a:pPr marL="228600" lvl="1" indent="-228600" algn="l" defTabSz="889000">
            <a:lnSpc>
              <a:spcPct val="90000"/>
            </a:lnSpc>
            <a:spcBef>
              <a:spcPct val="0"/>
            </a:spcBef>
            <a:spcAft>
              <a:spcPct val="15000"/>
            </a:spcAft>
            <a:buChar char="••"/>
          </a:pPr>
          <a:r>
            <a:rPr lang="en-US" sz="2000" kern="1200" dirty="0" smtClean="0">
              <a:latin typeface="Times New Roman" panose="02020603050405020304" pitchFamily="18" charset="0"/>
              <a:cs typeface="Times New Roman" panose="02020603050405020304" pitchFamily="18" charset="0"/>
            </a:rPr>
            <a:t>MongoDB</a:t>
          </a:r>
          <a:endParaRPr lang="en-IN" sz="2000" kern="1200" dirty="0">
            <a:latin typeface="Times New Roman" panose="02020603050405020304" pitchFamily="18" charset="0"/>
            <a:cs typeface="Times New Roman" panose="02020603050405020304" pitchFamily="18" charset="0"/>
          </a:endParaRPr>
        </a:p>
      </dsp:txBody>
      <dsp:txXfrm rot="-5400000">
        <a:off x="777447" y="36112"/>
        <a:ext cx="4478671" cy="647473"/>
      </dsp:txXfrm>
    </dsp:sp>
    <dsp:sp modelId="{C7DCD1D0-9AFB-432E-BEA2-E0DC4DF67F33}">
      <dsp:nvSpPr>
        <dsp:cNvPr id="0" name=""/>
        <dsp:cNvSpPr/>
      </dsp:nvSpPr>
      <dsp:spPr>
        <a:xfrm rot="5400000">
          <a:off x="-165579" y="960163"/>
          <a:ext cx="1103889" cy="772722"/>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dirty="0" smtClean="0">
              <a:latin typeface="Times New Roman" panose="02020603050405020304" pitchFamily="18" charset="0"/>
              <a:cs typeface="Times New Roman" panose="02020603050405020304" pitchFamily="18" charset="0"/>
            </a:rPr>
            <a:t>AI Module</a:t>
          </a:r>
          <a:endParaRPr lang="en-IN" sz="1400" kern="1200" dirty="0">
            <a:latin typeface="Times New Roman" panose="02020603050405020304" pitchFamily="18" charset="0"/>
            <a:cs typeface="Times New Roman" panose="02020603050405020304" pitchFamily="18" charset="0"/>
          </a:endParaRPr>
        </a:p>
      </dsp:txBody>
      <dsp:txXfrm rot="-5400000">
        <a:off x="5" y="1180940"/>
        <a:ext cx="772722" cy="331167"/>
      </dsp:txXfrm>
    </dsp:sp>
    <dsp:sp modelId="{E8F43AB8-26A5-4485-8FD2-B3B3BE5D0E6D}">
      <dsp:nvSpPr>
        <dsp:cNvPr id="0" name=""/>
        <dsp:cNvSpPr/>
      </dsp:nvSpPr>
      <dsp:spPr>
        <a:xfrm rot="5400000">
          <a:off x="2670452" y="-1041433"/>
          <a:ext cx="717905" cy="4513698"/>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smtClean="0">
              <a:latin typeface="Times New Roman" panose="02020603050405020304" pitchFamily="18" charset="0"/>
              <a:cs typeface="Times New Roman" panose="02020603050405020304" pitchFamily="18" charset="0"/>
            </a:rPr>
            <a:t>Speed based model</a:t>
          </a:r>
          <a:endParaRPr lang="en-IN" sz="2000" kern="1200" dirty="0">
            <a:latin typeface="Times New Roman" panose="02020603050405020304" pitchFamily="18" charset="0"/>
            <a:cs typeface="Times New Roman" panose="02020603050405020304" pitchFamily="18" charset="0"/>
          </a:endParaRPr>
        </a:p>
        <a:p>
          <a:pPr marL="228600" lvl="1" indent="-228600" algn="l" defTabSz="889000">
            <a:lnSpc>
              <a:spcPct val="90000"/>
            </a:lnSpc>
            <a:spcBef>
              <a:spcPct val="0"/>
            </a:spcBef>
            <a:spcAft>
              <a:spcPct val="15000"/>
            </a:spcAft>
            <a:buChar char="••"/>
          </a:pPr>
          <a:r>
            <a:rPr lang="en-US" sz="2000" kern="1200" dirty="0" smtClean="0">
              <a:latin typeface="Times New Roman" panose="02020603050405020304" pitchFamily="18" charset="0"/>
              <a:cs typeface="Times New Roman" panose="02020603050405020304" pitchFamily="18" charset="0"/>
            </a:rPr>
            <a:t>Basic Prediction Engine</a:t>
          </a:r>
          <a:endParaRPr lang="en-IN" sz="2000" kern="1200" dirty="0">
            <a:latin typeface="Times New Roman" panose="02020603050405020304" pitchFamily="18" charset="0"/>
            <a:cs typeface="Times New Roman" panose="02020603050405020304" pitchFamily="18" charset="0"/>
          </a:endParaRPr>
        </a:p>
      </dsp:txBody>
      <dsp:txXfrm rot="-5400000">
        <a:off x="772556" y="891508"/>
        <a:ext cx="4478653" cy="647815"/>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dirty="0"/>
              <a:t>11/30/2025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dirty="0"/>
              <a:t>11/30/2025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dirty="0"/>
              <a:t>11/30/2025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dirty="0"/>
              <a:t>11/30/2025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dirty="0"/>
              <a:t>11/30/2025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dirty="0"/>
              <a:t>11/30/2025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dirty="0"/>
              <a:t>11/30/2025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ABBEA6-7C60-4B02-AE87-00D78D8422AF}" type="datetimeFigureOut">
              <a:rPr lang="en-US" dirty="0"/>
              <a:t>11/30/2025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dirty="0"/>
              <a:t>11/30/2025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dirty="0"/>
              <a:t>11/30/2025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dirty="0"/>
              <a:t>11/30/2025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8624D31-43A5-475A-80CF-332C9F6DCF35}" type="datetimeFigureOut">
              <a:rPr lang="en-US" dirty="0"/>
              <a:t>11/30/2025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800" dirty="0">
                <a:latin typeface="Times New Roman" panose="02020603050405020304" pitchFamily="18" charset="0"/>
                <a:cs typeface="Times New Roman" panose="02020603050405020304" pitchFamily="18" charset="0"/>
              </a:rPr>
              <a:t>AI-Powered Delivery Route Optimization System</a:t>
            </a:r>
            <a:endParaRPr lang="en-IN" sz="48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r>
              <a:rPr lang="en-US" dirty="0"/>
              <a:t>Using Real-Time Traffic Analysis &amp; Intelligent </a:t>
            </a:r>
            <a:r>
              <a:rPr lang="en-US" dirty="0" smtClean="0"/>
              <a:t>Routing</a:t>
            </a:r>
            <a:endParaRPr lang="en-IN" dirty="0"/>
          </a:p>
        </p:txBody>
      </p:sp>
    </p:spTree>
    <p:extLst>
      <p:ext uri="{BB962C8B-B14F-4D97-AF65-F5344CB8AC3E}">
        <p14:creationId xmlns:p14="http://schemas.microsoft.com/office/powerpoint/2010/main" val="2779167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latin typeface="Times New Roman" panose="02020603050405020304" pitchFamily="18" charset="0"/>
                <a:cs typeface="Times New Roman" panose="02020603050405020304" pitchFamily="18" charset="0"/>
              </a:rPr>
              <a:t>Team members &amp; Roles</a:t>
            </a:r>
            <a:endParaRPr lang="en-IN"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2011197"/>
            <a:ext cx="10058400" cy="4023360"/>
          </a:xfrm>
        </p:spPr>
        <p:txBody>
          <a:bodyPr/>
          <a:lstStyle/>
          <a:p>
            <a:pPr>
              <a:buFont typeface="Wingdings" panose="05000000000000000000" pitchFamily="2" charset="2"/>
              <a:buChar char="§"/>
            </a:pPr>
            <a:r>
              <a:rPr lang="en-US" dirty="0" err="1">
                <a:latin typeface="Times New Roman" panose="02020603050405020304" pitchFamily="18" charset="0"/>
                <a:cs typeface="Times New Roman" panose="02020603050405020304" pitchFamily="18" charset="0"/>
              </a:rPr>
              <a:t>Harshvarthini</a:t>
            </a:r>
            <a:r>
              <a:rPr lang="en-US" dirty="0">
                <a:latin typeface="Times New Roman" panose="02020603050405020304" pitchFamily="18" charset="0"/>
                <a:cs typeface="Times New Roman" panose="02020603050405020304" pitchFamily="18" charset="0"/>
              </a:rPr>
              <a:t> - Frontend</a:t>
            </a:r>
          </a:p>
          <a:p>
            <a:pPr>
              <a:buFont typeface="Wingdings" panose="05000000000000000000" pitchFamily="2" charset="2"/>
              <a:buChar char="§"/>
            </a:pPr>
            <a:r>
              <a:rPr lang="en-US" dirty="0" err="1" smtClean="0">
                <a:latin typeface="Times New Roman" panose="02020603050405020304" pitchFamily="18" charset="0"/>
                <a:cs typeface="Times New Roman" panose="02020603050405020304" pitchFamily="18" charset="0"/>
              </a:rPr>
              <a:t>Mehek</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Fatima Shaik – Machine Learning </a:t>
            </a:r>
          </a:p>
          <a:p>
            <a:pPr>
              <a:buFont typeface="Wingdings" panose="05000000000000000000" pitchFamily="2" charset="2"/>
              <a:buChar char="§"/>
            </a:pPr>
            <a:r>
              <a:rPr lang="en-US" dirty="0" err="1" smtClean="0">
                <a:latin typeface="Times New Roman" panose="02020603050405020304" pitchFamily="18" charset="0"/>
                <a:cs typeface="Times New Roman" panose="02020603050405020304" pitchFamily="18" charset="0"/>
              </a:rPr>
              <a:t>Tejas</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Thakor</a:t>
            </a:r>
            <a:r>
              <a:rPr lang="en-US" dirty="0" smtClean="0">
                <a:latin typeface="Times New Roman" panose="02020603050405020304" pitchFamily="18" charset="0"/>
                <a:cs typeface="Times New Roman" panose="02020603050405020304" pitchFamily="18" charset="0"/>
              </a:rPr>
              <a:t> – API Integration</a:t>
            </a:r>
          </a:p>
          <a:p>
            <a:pPr>
              <a:buFont typeface="Wingdings" panose="05000000000000000000" pitchFamily="2" charset="2"/>
              <a:buChar char="§"/>
            </a:pPr>
            <a:r>
              <a:rPr lang="en-US" dirty="0" err="1">
                <a:latin typeface="Times New Roman" panose="02020603050405020304" pitchFamily="18" charset="0"/>
                <a:cs typeface="Times New Roman" panose="02020603050405020304" pitchFamily="18" charset="0"/>
              </a:rPr>
              <a:t>Subhashini</a:t>
            </a:r>
            <a:r>
              <a:rPr lang="en-US" dirty="0">
                <a:latin typeface="Times New Roman" panose="02020603050405020304" pitchFamily="18" charset="0"/>
                <a:cs typeface="Times New Roman" panose="02020603050405020304" pitchFamily="18" charset="0"/>
              </a:rPr>
              <a:t> K – </a:t>
            </a:r>
            <a:r>
              <a:rPr lang="en-US" dirty="0" smtClean="0">
                <a:latin typeface="Times New Roman" panose="02020603050405020304" pitchFamily="18" charset="0"/>
                <a:cs typeface="Times New Roman" panose="02020603050405020304" pitchFamily="18" charset="0"/>
              </a:rPr>
              <a:t>Frontend</a:t>
            </a:r>
          </a:p>
          <a:p>
            <a:pPr>
              <a:buFont typeface="Wingdings" panose="05000000000000000000" pitchFamily="2" charset="2"/>
              <a:buChar char="§"/>
            </a:pPr>
            <a:r>
              <a:rPr lang="en-US" dirty="0" err="1">
                <a:latin typeface="Times New Roman" panose="02020603050405020304" pitchFamily="18" charset="0"/>
                <a:cs typeface="Times New Roman" panose="02020603050405020304" pitchFamily="18" charset="0"/>
              </a:rPr>
              <a:t>Ayush</a:t>
            </a:r>
            <a:r>
              <a:rPr lang="en-US" dirty="0">
                <a:latin typeface="Times New Roman" panose="02020603050405020304" pitchFamily="18" charset="0"/>
                <a:cs typeface="Times New Roman" panose="02020603050405020304" pitchFamily="18" charset="0"/>
              </a:rPr>
              <a:t> Kale – Machine </a:t>
            </a:r>
            <a:r>
              <a:rPr lang="en-US" dirty="0" smtClean="0">
                <a:latin typeface="Times New Roman" panose="02020603050405020304" pitchFamily="18" charset="0"/>
                <a:cs typeface="Times New Roman" panose="02020603050405020304" pitchFamily="18" charset="0"/>
              </a:rPr>
              <a:t>Learning</a:t>
            </a:r>
          </a:p>
          <a:p>
            <a:pPr>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Hill </a:t>
            </a:r>
            <a:r>
              <a:rPr lang="en-US" dirty="0" err="1" smtClean="0">
                <a:latin typeface="Times New Roman" panose="02020603050405020304" pitchFamily="18" charset="0"/>
                <a:cs typeface="Times New Roman" panose="02020603050405020304" pitchFamily="18" charset="0"/>
              </a:rPr>
              <a:t>Soni</a:t>
            </a:r>
            <a:r>
              <a:rPr lang="en-US" dirty="0" smtClean="0">
                <a:latin typeface="Times New Roman" panose="02020603050405020304" pitchFamily="18" charset="0"/>
                <a:cs typeface="Times New Roman" panose="02020603050405020304" pitchFamily="18" charset="0"/>
              </a:rPr>
              <a:t> – Backend </a:t>
            </a:r>
          </a:p>
        </p:txBody>
      </p:sp>
    </p:spTree>
    <p:extLst>
      <p:ext uri="{BB962C8B-B14F-4D97-AF65-F5344CB8AC3E}">
        <p14:creationId xmlns:p14="http://schemas.microsoft.com/office/powerpoint/2010/main" val="23275875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Problem Statement</a:t>
            </a:r>
          </a:p>
        </p:txBody>
      </p:sp>
      <p:sp>
        <p:nvSpPr>
          <p:cNvPr id="3" name="Content Placeholder 2"/>
          <p:cNvSpPr>
            <a:spLocks noGrp="1"/>
          </p:cNvSpPr>
          <p:nvPr>
            <p:ph idx="1"/>
          </p:nvPr>
        </p:nvSpPr>
        <p:spPr/>
        <p:txBody>
          <a:bodyPr/>
          <a:lstStyle/>
          <a:p>
            <a:pPr>
              <a:lnSpc>
                <a:spcPct val="150000"/>
              </a:lnSpc>
            </a:pPr>
            <a:r>
              <a:rPr lang="en-US" dirty="0">
                <a:latin typeface="Times New Roman" panose="02020603050405020304" pitchFamily="18" charset="0"/>
                <a:cs typeface="Times New Roman" panose="02020603050405020304" pitchFamily="18" charset="0"/>
              </a:rPr>
              <a:t>Delivery companies often struggle with unpredictable traffic conditions, which lead to delayed deliveries, increased fuel consumption, and poor customer satisfaction. Existing navigation systems only show real-time traffic but do not predict upcoming congestion or suggest smarter alternative routes beforehand. Drivers frequently get stuck in traffic jams because they are not alerted early enough to change their path. There is a need for an intelligent system that can analyze live traffic data, predict possible delays, and recommend the most efficient route to ensure timely and cost-effective deliveries.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03265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Solution Overview</a:t>
            </a:r>
          </a:p>
        </p:txBody>
      </p:sp>
      <p:sp>
        <p:nvSpPr>
          <p:cNvPr id="3" name="Content Placeholder 2"/>
          <p:cNvSpPr>
            <a:spLocks noGrp="1"/>
          </p:cNvSpPr>
          <p:nvPr>
            <p:ph idx="1"/>
          </p:nvPr>
        </p:nvSpPr>
        <p:spPr>
          <a:xfrm>
            <a:off x="1097280" y="1967654"/>
            <a:ext cx="10058400" cy="4023360"/>
          </a:xfrm>
        </p:spPr>
        <p:txBody>
          <a:bodyPr/>
          <a:lstStyle/>
          <a:p>
            <a:pPr>
              <a:buFont typeface="Wingdings" panose="05000000000000000000" pitchFamily="2" charset="2"/>
              <a:buChar char="§"/>
            </a:pPr>
            <a:r>
              <a:rPr lang="en-US" dirty="0"/>
              <a:t> </a:t>
            </a:r>
            <a:r>
              <a:rPr lang="en-US" dirty="0">
                <a:latin typeface="Times New Roman" panose="02020603050405020304" pitchFamily="18" charset="0"/>
                <a:cs typeface="Times New Roman" panose="02020603050405020304" pitchFamily="18" charset="0"/>
              </a:rPr>
              <a:t>The system uses real-time traffic data from map APIs</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AI or rule-based prediction identifies upcoming </a:t>
            </a:r>
            <a:r>
              <a:rPr lang="en-US" dirty="0" smtClean="0">
                <a:latin typeface="Times New Roman" panose="02020603050405020304" pitchFamily="18" charset="0"/>
                <a:cs typeface="Times New Roman" panose="02020603050405020304" pitchFamily="18" charset="0"/>
              </a:rPr>
              <a:t>congestion.</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Suggests the fastest and most efficient delivery route</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Sends alerts if traffic is expected to slow down</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Provides a driver dashboard with map-based navigation</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Helps reduce delays, fuel usage, and delivery time.</a:t>
            </a:r>
          </a:p>
          <a:p>
            <a:pPr marL="0" indent="0">
              <a:buNone/>
            </a:pPr>
            <a:endParaRPr lang="en-IN" dirty="0"/>
          </a:p>
        </p:txBody>
      </p:sp>
    </p:spTree>
    <p:extLst>
      <p:ext uri="{BB962C8B-B14F-4D97-AF65-F5344CB8AC3E}">
        <p14:creationId xmlns:p14="http://schemas.microsoft.com/office/powerpoint/2010/main" val="3742260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Key Features</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571617950"/>
              </p:ext>
            </p:extLst>
          </p:nvPr>
        </p:nvGraphicFramePr>
        <p:xfrm>
          <a:off x="1096963" y="2020389"/>
          <a:ext cx="10058400" cy="38485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629683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System Architecture</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714663997"/>
              </p:ext>
            </p:extLst>
          </p:nvPr>
        </p:nvGraphicFramePr>
        <p:xfrm>
          <a:off x="1096962" y="1846264"/>
          <a:ext cx="5286421" cy="26647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1" name="Content Placeholder 5"/>
          <p:cNvGraphicFramePr>
            <a:graphicFrameLocks/>
          </p:cNvGraphicFramePr>
          <p:nvPr>
            <p:extLst>
              <p:ext uri="{D42A27DB-BD31-4B8C-83A1-F6EECF244321}">
                <p14:modId xmlns:p14="http://schemas.microsoft.com/office/powerpoint/2010/main" val="4291618028"/>
              </p:ext>
            </p:extLst>
          </p:nvPr>
        </p:nvGraphicFramePr>
        <p:xfrm>
          <a:off x="1096961" y="4284616"/>
          <a:ext cx="5286421" cy="189846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266129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Advantages</a:t>
            </a:r>
          </a:p>
        </p:txBody>
      </p:sp>
      <p:sp>
        <p:nvSpPr>
          <p:cNvPr id="3" name="Content Placeholder 2"/>
          <p:cNvSpPr>
            <a:spLocks noGrp="1"/>
          </p:cNvSpPr>
          <p:nvPr>
            <p:ph idx="1"/>
          </p:nvPr>
        </p:nvSpPr>
        <p:spPr>
          <a:xfrm>
            <a:off x="1097280" y="1958946"/>
            <a:ext cx="10058400" cy="4023360"/>
          </a:xfrm>
        </p:spPr>
        <p:txBody>
          <a:bodyPr/>
          <a:lstStyle/>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Reduces delivery time by providing faster, optimized routes</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Minimizes fuel consumption through smarter traffic-aware navigation</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Enhances customer satisfaction with timely and reliable deliveries</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Boosts overall productivity using intelligent, data-driven routing</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Easily integrates with existing logistics and fleet management systems.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82294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10195" y="1810900"/>
            <a:ext cx="10058400" cy="4023360"/>
          </a:xfrm>
        </p:spPr>
        <p:txBody>
          <a:bodyPr>
            <a:normAutofit/>
          </a:bodyPr>
          <a:lstStyle/>
          <a:p>
            <a:pPr algn="ctr"/>
            <a:endParaRPr lang="en-US" sz="4400" dirty="0" smtClean="0"/>
          </a:p>
          <a:p>
            <a:pPr marL="0" indent="0" algn="ctr">
              <a:buNone/>
            </a:pPr>
            <a:r>
              <a:rPr lang="en-US" sz="4400" dirty="0" smtClean="0">
                <a:latin typeface="Times New Roman" panose="02020603050405020304" pitchFamily="18" charset="0"/>
                <a:cs typeface="Times New Roman" panose="02020603050405020304" pitchFamily="18" charset="0"/>
              </a:rPr>
              <a:t>THANK YOU</a:t>
            </a:r>
            <a:endParaRPr lang="en-IN"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999227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55</TotalTime>
  <Words>306</Words>
  <Application>Microsoft Office PowerPoint</Application>
  <PresentationFormat>Widescreen</PresentationFormat>
  <Paragraphs>47</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Times New Roman</vt:lpstr>
      <vt:lpstr>Wingdings</vt:lpstr>
      <vt:lpstr>Retrospect</vt:lpstr>
      <vt:lpstr>AI-Powered Delivery Route Optimization System</vt:lpstr>
      <vt:lpstr>Team members &amp; Roles</vt:lpstr>
      <vt:lpstr>Problem Statement</vt:lpstr>
      <vt:lpstr>Solution Overview</vt:lpstr>
      <vt:lpstr>Key Features</vt:lpstr>
      <vt:lpstr>System Architecture</vt:lpstr>
      <vt:lpstr>Advantages</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Delivery Route Optimization System</dc:title>
  <dc:creator>Microsoft account</dc:creator>
  <cp:lastModifiedBy>Microsoft account</cp:lastModifiedBy>
  <cp:revision>6</cp:revision>
  <dcterms:created xsi:type="dcterms:W3CDTF">2025-11-30T16:27:45Z</dcterms:created>
  <dcterms:modified xsi:type="dcterms:W3CDTF">2025-11-30T17:23:22Z</dcterms:modified>
</cp:coreProperties>
</file>